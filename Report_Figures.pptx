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5" r:id="rId3"/>
    <p:sldId id="256" r:id="rId4"/>
    <p:sldId id="274" r:id="rId5"/>
    <p:sldId id="284" r:id="rId6"/>
    <p:sldId id="290" r:id="rId7"/>
    <p:sldId id="259" r:id="rId8"/>
    <p:sldId id="260" r:id="rId9"/>
    <p:sldId id="262" r:id="rId10"/>
    <p:sldId id="261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5" r:id="rId23"/>
    <p:sldId id="277" r:id="rId24"/>
    <p:sldId id="276" r:id="rId25"/>
    <p:sldId id="278" r:id="rId26"/>
    <p:sldId id="279" r:id="rId27"/>
    <p:sldId id="280" r:id="rId28"/>
    <p:sldId id="281" r:id="rId29"/>
    <p:sldId id="282" r:id="rId30"/>
    <p:sldId id="283" r:id="rId31"/>
    <p:sldId id="29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CCA3F-C125-560D-734E-A6A2BEABD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C28AC-0075-AD28-309D-ED18952A7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AE2D9-8985-D1BE-E9E0-5E652E18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53CCB-A553-98EF-E8ED-03908C65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3FDB9-8009-4AFC-864A-6DFB429C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7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0EC27-7A20-E576-0C99-A803EF73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BBEA6-C55B-4D11-2CFC-DE4074074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47587-B2CB-35FE-19D3-9B6894F4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B6E9B-FB44-28B5-E943-E02A042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61047-DD5E-8F9F-0E72-4729F4C5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5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FF5B-F465-8B37-8185-EF6E56C1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A7C92-A883-678A-2BA5-7443236E0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1E482-A72A-FFED-D9F8-243B451B3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6BD7B-F577-C6D8-7385-EC7B112D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0A4E6-BE1C-B011-C0CA-BC7190ACB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8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5A9F-F10B-C5B3-5053-9E5D98557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C0210-7BFD-E802-F398-8B72B0DE7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3E216-7758-6F0E-A0D0-B921CEC01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934F9-0F1D-96C0-4E57-9D1EBB22C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5A763-7814-A69B-A14B-BF8422BCF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1B937-9E31-5272-A7A1-22A21312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4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C16B-20BB-5D5D-D698-0EF79FBD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37968-1DC8-34DC-F604-F74E35060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E8D38-DAE9-D9EE-F990-6AA81E879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9E086-4E1C-2CF0-EDBF-05C8B63D6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9E5DE0-A099-D9ED-F734-49A55A353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941F8-8272-DCB0-F0FE-B1EA0CE2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91138-EAFB-E970-460B-7C7E95636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A3D9B7-8941-4FF8-95FF-474C973A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92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F866-C4B2-BB73-283F-8590A49F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A99060-78E9-F9DA-1E98-C56CE8B2C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A47A2-3957-C350-ABE8-C20AE6FC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0FB96-F98C-F5F1-BE05-5932963E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34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B037B-15B2-BB3B-CF5E-A96EE8EBC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014AFD-3DAB-B8A0-1FE4-20896AC3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8100A-4674-3E27-6766-95C0C8806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68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02CB-4238-F6FF-D84E-171B74DA4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87396-96CD-BAFF-319B-9357BFDFD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F36A7-175C-E829-C090-C8FBE251C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6F1D7-8678-A354-2883-B45543216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87B61-E45B-F795-5A40-B938F2E7D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56D99-06F2-E8D5-0BE2-E4CA18FB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21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EB777-6126-3043-A3BC-29B09F689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AC6AA9-76C4-6849-C4C6-63A5F9730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8321C-EB95-A24A-321D-8796CA994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7C792-C1B4-6111-AEFD-5E8941EE0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ED2F5-2C41-4F7A-E6F8-0B94D390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85935-9FE2-C36C-3755-941561FE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3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865FA-76E0-BFDB-824B-6828D7DE5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7D3E3-90DC-8926-45F0-ED9C099FE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ECF16-68B4-7452-8E68-6D4F643AC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179A6-F010-5DDE-7C55-779D73DC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548D9-1F38-4725-AD14-A61448E91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5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9D54EB-BAF6-300B-47FC-7885C0AFC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B543A-4D97-AC70-582D-FCD944E43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7B986-CB01-FB23-8664-CE7C8F625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60BEC-9322-4496-85F2-13AB10B0B3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36F9D-8AA5-137E-FE24-99EBFDB1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C74C5-F14E-4948-385F-77C4DE0B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8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573D9-ADAF-38F9-3ABE-A688F9BDC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3F525-3D8D-A4F4-5B72-0AB398D96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4D7F4-3DBD-454F-A4E4-68E5AF535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60BEC-9322-4496-85F2-13AB10B0B3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B108A-4F05-DEF9-8DC0-5DC25DFF6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022A1-56B5-FCF6-F570-3961D6C1F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91CCF-7C45-4C01-9CE5-5CCD2EE36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2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2E49-43EA-5A3E-6E1A-BDCFFF5B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01445A6-1927-F235-4496-F10E14AD4DB5}"/>
              </a:ext>
            </a:extLst>
          </p:cNvPr>
          <p:cNvSpPr/>
          <p:nvPr/>
        </p:nvSpPr>
        <p:spPr>
          <a:xfrm>
            <a:off x="4167091" y="1292442"/>
            <a:ext cx="704088" cy="70408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AE7291-E4FD-5818-4CB0-0A993A8617A8}"/>
              </a:ext>
            </a:extLst>
          </p:cNvPr>
          <p:cNvSpPr/>
          <p:nvPr/>
        </p:nvSpPr>
        <p:spPr>
          <a:xfrm rot="20524662">
            <a:off x="4757311" y="1927173"/>
            <a:ext cx="377896" cy="16075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9DEFFC-8EF6-227F-95F1-44037BD1FF69}"/>
              </a:ext>
            </a:extLst>
          </p:cNvPr>
          <p:cNvSpPr/>
          <p:nvPr/>
        </p:nvSpPr>
        <p:spPr>
          <a:xfrm>
            <a:off x="5015595" y="3325163"/>
            <a:ext cx="254836" cy="1314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0EDEFC-7976-D93A-A6DE-C3E53EB41B9C}"/>
              </a:ext>
            </a:extLst>
          </p:cNvPr>
          <p:cNvSpPr/>
          <p:nvPr/>
        </p:nvSpPr>
        <p:spPr>
          <a:xfrm rot="20507185">
            <a:off x="5257802" y="4463213"/>
            <a:ext cx="231162" cy="13990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FFB671-EE98-68DD-948D-7882D7EA0834}"/>
              </a:ext>
            </a:extLst>
          </p:cNvPr>
          <p:cNvSpPr/>
          <p:nvPr/>
        </p:nvSpPr>
        <p:spPr>
          <a:xfrm>
            <a:off x="5291328" y="5614416"/>
            <a:ext cx="804672" cy="8046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A65C22-8E65-111E-2807-C9D2CEFB3B37}"/>
              </a:ext>
            </a:extLst>
          </p:cNvPr>
          <p:cNvSpPr/>
          <p:nvPr/>
        </p:nvSpPr>
        <p:spPr>
          <a:xfrm rot="843643">
            <a:off x="4583273" y="2293561"/>
            <a:ext cx="212003" cy="10211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0650CB-CCDD-6C3D-4D80-85A773FF4965}"/>
              </a:ext>
            </a:extLst>
          </p:cNvPr>
          <p:cNvSpPr/>
          <p:nvPr/>
        </p:nvSpPr>
        <p:spPr>
          <a:xfrm rot="2538102">
            <a:off x="4213048" y="3083602"/>
            <a:ext cx="201168" cy="8412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FDB5E0-0A87-9F2F-63EC-6B02A02F45F8}"/>
              </a:ext>
            </a:extLst>
          </p:cNvPr>
          <p:cNvCxnSpPr>
            <a:cxnSpLocks/>
          </p:cNvCxnSpPr>
          <p:nvPr/>
        </p:nvCxnSpPr>
        <p:spPr>
          <a:xfrm flipH="1">
            <a:off x="4871179" y="402336"/>
            <a:ext cx="44965" cy="61539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C27BE9-65DB-AB44-C579-7D529416F290}"/>
              </a:ext>
            </a:extLst>
          </p:cNvPr>
          <p:cNvCxnSpPr/>
          <p:nvPr/>
        </p:nvCxnSpPr>
        <p:spPr>
          <a:xfrm>
            <a:off x="2304288" y="2468880"/>
            <a:ext cx="784555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B59601-68E7-8162-6428-782567623DD3}"/>
              </a:ext>
            </a:extLst>
          </p:cNvPr>
          <p:cNvCxnSpPr>
            <a:cxnSpLocks/>
          </p:cNvCxnSpPr>
          <p:nvPr/>
        </p:nvCxnSpPr>
        <p:spPr>
          <a:xfrm flipH="1">
            <a:off x="512064" y="6053328"/>
            <a:ext cx="1062532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6ACCA4-AA08-705A-7E3F-767423534259}"/>
              </a:ext>
            </a:extLst>
          </p:cNvPr>
          <p:cNvCxnSpPr/>
          <p:nvPr/>
        </p:nvCxnSpPr>
        <p:spPr>
          <a:xfrm flipV="1">
            <a:off x="5701814" y="1292442"/>
            <a:ext cx="0" cy="543754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Arrow: Down 16">
            <a:extLst>
              <a:ext uri="{FF2B5EF4-FFF2-40B4-BE49-F238E27FC236}">
                <a16:creationId xmlns:a16="http://schemas.microsoft.com/office/drawing/2014/main" id="{05F3E144-8D98-DFB0-15B4-31A0E73B3407}"/>
              </a:ext>
            </a:extLst>
          </p:cNvPr>
          <p:cNvSpPr/>
          <p:nvPr/>
        </p:nvSpPr>
        <p:spPr>
          <a:xfrm>
            <a:off x="4792840" y="2448875"/>
            <a:ext cx="182880" cy="3586323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410B75E-C3F3-FFFE-5E29-9F2B75F5A78D}"/>
              </a:ext>
            </a:extLst>
          </p:cNvPr>
          <p:cNvCxnSpPr>
            <a:cxnSpLocks/>
          </p:cNvCxnSpPr>
          <p:nvPr/>
        </p:nvCxnSpPr>
        <p:spPr>
          <a:xfrm flipH="1" flipV="1">
            <a:off x="4462405" y="438912"/>
            <a:ext cx="1408043" cy="629107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A66A94-D46C-E693-EB82-96D8E6E9BBC1}"/>
              </a:ext>
            </a:extLst>
          </p:cNvPr>
          <p:cNvCxnSpPr>
            <a:cxnSpLocks/>
          </p:cNvCxnSpPr>
          <p:nvPr/>
        </p:nvCxnSpPr>
        <p:spPr>
          <a:xfrm flipV="1">
            <a:off x="4606208" y="912203"/>
            <a:ext cx="260501" cy="5196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303F16-B030-D529-0D17-5E92FD7E54E7}"/>
                  </a:ext>
                </a:extLst>
              </p:cNvPr>
              <p:cNvSpPr txBox="1"/>
              <p:nvPr/>
            </p:nvSpPr>
            <p:spPr>
              <a:xfrm>
                <a:off x="4635866" y="577877"/>
                <a:ext cx="1961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303F16-B030-D529-0D17-5E92FD7E5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866" y="577877"/>
                <a:ext cx="196143" cy="276999"/>
              </a:xfrm>
              <a:prstGeom prst="rect">
                <a:avLst/>
              </a:prstGeom>
              <a:blipFill>
                <a:blip r:embed="rId2"/>
                <a:stretch>
                  <a:fillRect l="-18182" t="-31111" r="-81818" b="-4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c 21">
            <a:extLst>
              <a:ext uri="{FF2B5EF4-FFF2-40B4-BE49-F238E27FC236}">
                <a16:creationId xmlns:a16="http://schemas.microsoft.com/office/drawing/2014/main" id="{CDACB44F-5E3E-4A45-4548-327070FB4680}"/>
              </a:ext>
            </a:extLst>
          </p:cNvPr>
          <p:cNvSpPr/>
          <p:nvPr/>
        </p:nvSpPr>
        <p:spPr>
          <a:xfrm rot="6677418" flipH="1">
            <a:off x="5573490" y="5583576"/>
            <a:ext cx="603034" cy="632649"/>
          </a:xfrm>
          <a:prstGeom prst="arc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0903FB-8B90-A13A-0CD8-1C06ED602A58}"/>
              </a:ext>
            </a:extLst>
          </p:cNvPr>
          <p:cNvSpPr txBox="1"/>
          <p:nvPr/>
        </p:nvSpPr>
        <p:spPr>
          <a:xfrm>
            <a:off x="5166496" y="10223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3FC03F-E9AA-39D1-7F46-A5770145454B}"/>
              </a:ext>
            </a:extLst>
          </p:cNvPr>
          <p:cNvCxnSpPr>
            <a:cxnSpLocks/>
          </p:cNvCxnSpPr>
          <p:nvPr/>
        </p:nvCxnSpPr>
        <p:spPr>
          <a:xfrm>
            <a:off x="4955505" y="1457738"/>
            <a:ext cx="6967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54487B0-E105-DF0B-A457-685A70FEB8A9}"/>
              </a:ext>
            </a:extLst>
          </p:cNvPr>
          <p:cNvCxnSpPr>
            <a:cxnSpLocks/>
          </p:cNvCxnSpPr>
          <p:nvPr/>
        </p:nvCxnSpPr>
        <p:spPr>
          <a:xfrm>
            <a:off x="6078142" y="2286223"/>
            <a:ext cx="946513" cy="34237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82C3E91-FDBA-A8D5-CD58-E980E77F8944}"/>
              </a:ext>
            </a:extLst>
          </p:cNvPr>
          <p:cNvSpPr txBox="1"/>
          <p:nvPr/>
        </p:nvSpPr>
        <p:spPr>
          <a:xfrm>
            <a:off x="6570916" y="391534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B3CB31-37D7-E228-D40A-5079E1F49B60}"/>
              </a:ext>
            </a:extLst>
          </p:cNvPr>
          <p:cNvCxnSpPr>
            <a:cxnSpLocks/>
          </p:cNvCxnSpPr>
          <p:nvPr/>
        </p:nvCxnSpPr>
        <p:spPr>
          <a:xfrm flipV="1">
            <a:off x="3404941" y="2077226"/>
            <a:ext cx="3454483" cy="75577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8BE16D-7E19-297B-D1CB-0C2B05BFF8DB}"/>
              </a:ext>
            </a:extLst>
          </p:cNvPr>
          <p:cNvCxnSpPr>
            <a:cxnSpLocks/>
          </p:cNvCxnSpPr>
          <p:nvPr/>
        </p:nvCxnSpPr>
        <p:spPr>
          <a:xfrm flipV="1">
            <a:off x="4058004" y="5640883"/>
            <a:ext cx="3454483" cy="75577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Arrow: Right 1">
            <a:extLst>
              <a:ext uri="{FF2B5EF4-FFF2-40B4-BE49-F238E27FC236}">
                <a16:creationId xmlns:a16="http://schemas.microsoft.com/office/drawing/2014/main" id="{DA1C57DD-DEBE-2505-6180-19E2802146C5}"/>
              </a:ext>
            </a:extLst>
          </p:cNvPr>
          <p:cNvSpPr/>
          <p:nvPr/>
        </p:nvSpPr>
        <p:spPr>
          <a:xfrm flipH="1">
            <a:off x="3124128" y="3214459"/>
            <a:ext cx="262954" cy="2145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056EDC-C824-C59A-04B3-17212E865DB0}"/>
              </a:ext>
            </a:extLst>
          </p:cNvPr>
          <p:cNvSpPr/>
          <p:nvPr/>
        </p:nvSpPr>
        <p:spPr>
          <a:xfrm>
            <a:off x="3459968" y="3260818"/>
            <a:ext cx="45719" cy="1158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F3347A-7C43-BB8F-A944-B25D74B3E05B}"/>
              </a:ext>
            </a:extLst>
          </p:cNvPr>
          <p:cNvSpPr/>
          <p:nvPr/>
        </p:nvSpPr>
        <p:spPr>
          <a:xfrm>
            <a:off x="3569696" y="3260818"/>
            <a:ext cx="45719" cy="115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A31254-1F61-DCD6-78A4-4388B59757CB}"/>
              </a:ext>
            </a:extLst>
          </p:cNvPr>
          <p:cNvSpPr/>
          <p:nvPr/>
        </p:nvSpPr>
        <p:spPr>
          <a:xfrm>
            <a:off x="3684873" y="3260817"/>
            <a:ext cx="45719" cy="1158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442C14C-3BBF-CEC3-D06B-BFCEB0A3A203}"/>
                  </a:ext>
                </a:extLst>
              </p:cNvPr>
              <p:cNvSpPr txBox="1"/>
              <p:nvPr/>
            </p:nvSpPr>
            <p:spPr>
              <a:xfrm>
                <a:off x="4528811" y="4400431"/>
                <a:ext cx="19479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442C14C-3BBF-CEC3-D06B-BFCEB0A3A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811" y="4400431"/>
                <a:ext cx="194797" cy="310598"/>
              </a:xfrm>
              <a:prstGeom prst="rect">
                <a:avLst/>
              </a:prstGeom>
              <a:blipFill>
                <a:blip r:embed="rId3"/>
                <a:stretch>
                  <a:fillRect l="-31250" r="-28125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942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E9AD276-7055-FC08-D79A-BC6E3F63A8F2}"/>
              </a:ext>
            </a:extLst>
          </p:cNvPr>
          <p:cNvSpPr/>
          <p:nvPr/>
        </p:nvSpPr>
        <p:spPr>
          <a:xfrm>
            <a:off x="4167091" y="1292442"/>
            <a:ext cx="704088" cy="70408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E2111-4A8B-87DE-729D-73902E90FE1B}"/>
              </a:ext>
            </a:extLst>
          </p:cNvPr>
          <p:cNvSpPr/>
          <p:nvPr/>
        </p:nvSpPr>
        <p:spPr>
          <a:xfrm rot="20524662">
            <a:off x="4757311" y="1927173"/>
            <a:ext cx="377896" cy="16075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1CBF0D-8F3B-93A5-E8FD-7F45A4E3D703}"/>
              </a:ext>
            </a:extLst>
          </p:cNvPr>
          <p:cNvSpPr/>
          <p:nvPr/>
        </p:nvSpPr>
        <p:spPr>
          <a:xfrm>
            <a:off x="5015595" y="3325163"/>
            <a:ext cx="254836" cy="1314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CEFAAA-A00A-FDD9-7B2D-934883E54A81}"/>
              </a:ext>
            </a:extLst>
          </p:cNvPr>
          <p:cNvSpPr/>
          <p:nvPr/>
        </p:nvSpPr>
        <p:spPr>
          <a:xfrm rot="20507185">
            <a:off x="5257802" y="4463213"/>
            <a:ext cx="231162" cy="13990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8DFB84-6958-D0EB-21C5-70552124E0D0}"/>
              </a:ext>
            </a:extLst>
          </p:cNvPr>
          <p:cNvSpPr/>
          <p:nvPr/>
        </p:nvSpPr>
        <p:spPr>
          <a:xfrm>
            <a:off x="5291328" y="5614416"/>
            <a:ext cx="804672" cy="8046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42CC86-CE5E-6E21-DC3B-B77BDA43CABF}"/>
              </a:ext>
            </a:extLst>
          </p:cNvPr>
          <p:cNvSpPr/>
          <p:nvPr/>
        </p:nvSpPr>
        <p:spPr>
          <a:xfrm rot="843643">
            <a:off x="4583273" y="2293561"/>
            <a:ext cx="212003" cy="10211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9DF317-72CA-25B8-800C-D6ECC8D2B6A0}"/>
              </a:ext>
            </a:extLst>
          </p:cNvPr>
          <p:cNvSpPr/>
          <p:nvPr/>
        </p:nvSpPr>
        <p:spPr>
          <a:xfrm rot="2538102">
            <a:off x="4213048" y="3083602"/>
            <a:ext cx="201168" cy="8412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994EB4-2B59-7255-347F-13E1774E4703}"/>
              </a:ext>
            </a:extLst>
          </p:cNvPr>
          <p:cNvCxnSpPr>
            <a:cxnSpLocks/>
          </p:cNvCxnSpPr>
          <p:nvPr/>
        </p:nvCxnSpPr>
        <p:spPr>
          <a:xfrm flipH="1">
            <a:off x="4871179" y="402336"/>
            <a:ext cx="44965" cy="61539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8923AB-D163-C958-0639-265FD5D992F2}"/>
              </a:ext>
            </a:extLst>
          </p:cNvPr>
          <p:cNvCxnSpPr/>
          <p:nvPr/>
        </p:nvCxnSpPr>
        <p:spPr>
          <a:xfrm>
            <a:off x="2304288" y="2468880"/>
            <a:ext cx="784555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017739-F6F6-1DED-C69A-FAD98AB353C0}"/>
              </a:ext>
            </a:extLst>
          </p:cNvPr>
          <p:cNvCxnSpPr>
            <a:cxnSpLocks/>
          </p:cNvCxnSpPr>
          <p:nvPr/>
        </p:nvCxnSpPr>
        <p:spPr>
          <a:xfrm flipH="1">
            <a:off x="512064" y="6053328"/>
            <a:ext cx="1062532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0A28DE-A374-799B-C5C4-FD3D2C3EB382}"/>
              </a:ext>
            </a:extLst>
          </p:cNvPr>
          <p:cNvCxnSpPr/>
          <p:nvPr/>
        </p:nvCxnSpPr>
        <p:spPr>
          <a:xfrm flipV="1">
            <a:off x="5701814" y="1292442"/>
            <a:ext cx="0" cy="543754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706C1F2-7748-47B8-18F1-05501F58B9EE}"/>
              </a:ext>
            </a:extLst>
          </p:cNvPr>
          <p:cNvSpPr/>
          <p:nvPr/>
        </p:nvSpPr>
        <p:spPr>
          <a:xfrm>
            <a:off x="4792840" y="2448875"/>
            <a:ext cx="182880" cy="3586323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4BC462-41C2-9D8D-66CD-FF39D1D2A66B}"/>
              </a:ext>
            </a:extLst>
          </p:cNvPr>
          <p:cNvCxnSpPr>
            <a:cxnSpLocks/>
          </p:cNvCxnSpPr>
          <p:nvPr/>
        </p:nvCxnSpPr>
        <p:spPr>
          <a:xfrm flipH="1" flipV="1">
            <a:off x="4462405" y="438912"/>
            <a:ext cx="1408043" cy="629107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87609FA-F999-62D6-8370-91486E7664FF}"/>
              </a:ext>
            </a:extLst>
          </p:cNvPr>
          <p:cNvCxnSpPr>
            <a:cxnSpLocks/>
          </p:cNvCxnSpPr>
          <p:nvPr/>
        </p:nvCxnSpPr>
        <p:spPr>
          <a:xfrm flipV="1">
            <a:off x="4606208" y="912203"/>
            <a:ext cx="260501" cy="5196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AA8501-FC72-A16B-149B-F78D1C840408}"/>
                  </a:ext>
                </a:extLst>
              </p:cNvPr>
              <p:cNvSpPr txBox="1"/>
              <p:nvPr/>
            </p:nvSpPr>
            <p:spPr>
              <a:xfrm>
                <a:off x="4526614" y="413820"/>
                <a:ext cx="3895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10°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AA8501-FC72-A16B-149B-F78D1C840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614" y="413820"/>
                <a:ext cx="389530" cy="276999"/>
              </a:xfrm>
              <a:prstGeom prst="rect">
                <a:avLst/>
              </a:prstGeom>
              <a:blipFill>
                <a:blip r:embed="rId2"/>
                <a:stretch>
                  <a:fillRect l="-15873" r="-1587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c 21">
            <a:extLst>
              <a:ext uri="{FF2B5EF4-FFF2-40B4-BE49-F238E27FC236}">
                <a16:creationId xmlns:a16="http://schemas.microsoft.com/office/drawing/2014/main" id="{A55DAD3F-272B-7009-F089-353B99272362}"/>
              </a:ext>
            </a:extLst>
          </p:cNvPr>
          <p:cNvSpPr/>
          <p:nvPr/>
        </p:nvSpPr>
        <p:spPr>
          <a:xfrm rot="6677418" flipH="1">
            <a:off x="5573490" y="5583576"/>
            <a:ext cx="603034" cy="632649"/>
          </a:xfrm>
          <a:prstGeom prst="arc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23A9711-DF90-0C9E-F439-9FF8BCBE2C3E}"/>
              </a:ext>
            </a:extLst>
          </p:cNvPr>
          <p:cNvCxnSpPr>
            <a:cxnSpLocks/>
          </p:cNvCxnSpPr>
          <p:nvPr/>
        </p:nvCxnSpPr>
        <p:spPr>
          <a:xfrm>
            <a:off x="6078142" y="2286223"/>
            <a:ext cx="946513" cy="34237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CA23315-A170-7028-A0EF-9F27B870F6FE}"/>
              </a:ext>
            </a:extLst>
          </p:cNvPr>
          <p:cNvSpPr txBox="1"/>
          <p:nvPr/>
        </p:nvSpPr>
        <p:spPr>
          <a:xfrm>
            <a:off x="6570916" y="3915341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 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2B3F06-D6EC-EA68-CDE7-2495A206ADE7}"/>
              </a:ext>
            </a:extLst>
          </p:cNvPr>
          <p:cNvCxnSpPr>
            <a:cxnSpLocks/>
          </p:cNvCxnSpPr>
          <p:nvPr/>
        </p:nvCxnSpPr>
        <p:spPr>
          <a:xfrm flipV="1">
            <a:off x="3404941" y="2077226"/>
            <a:ext cx="3454483" cy="75577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CCA5119-640A-1979-899A-0900F911D562}"/>
              </a:ext>
            </a:extLst>
          </p:cNvPr>
          <p:cNvCxnSpPr>
            <a:cxnSpLocks/>
          </p:cNvCxnSpPr>
          <p:nvPr/>
        </p:nvCxnSpPr>
        <p:spPr>
          <a:xfrm flipV="1">
            <a:off x="4058004" y="5640883"/>
            <a:ext cx="3454483" cy="75577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282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64A1EBC-DCCB-4203-F99B-E0092A765F16}"/>
              </a:ext>
            </a:extLst>
          </p:cNvPr>
          <p:cNvCxnSpPr>
            <a:cxnSpLocks/>
          </p:cNvCxnSpPr>
          <p:nvPr/>
        </p:nvCxnSpPr>
        <p:spPr>
          <a:xfrm>
            <a:off x="3505200" y="3288889"/>
            <a:ext cx="47122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53D9D953-F166-026F-78DD-E698B6CF0AE5}"/>
              </a:ext>
            </a:extLst>
          </p:cNvPr>
          <p:cNvSpPr/>
          <p:nvPr/>
        </p:nvSpPr>
        <p:spPr>
          <a:xfrm>
            <a:off x="4532671" y="1956619"/>
            <a:ext cx="2664542" cy="266454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C001BA-57B3-63B8-4AC6-4FFBEFEDE7F8}"/>
              </a:ext>
            </a:extLst>
          </p:cNvPr>
          <p:cNvCxnSpPr>
            <a:cxnSpLocks/>
          </p:cNvCxnSpPr>
          <p:nvPr/>
        </p:nvCxnSpPr>
        <p:spPr>
          <a:xfrm flipH="1">
            <a:off x="5860026" y="3288890"/>
            <a:ext cx="4916" cy="118478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63A75C-A747-773A-D65B-1CB1DAFC818F}"/>
              </a:ext>
            </a:extLst>
          </p:cNvPr>
          <p:cNvCxnSpPr>
            <a:cxnSpLocks/>
          </p:cNvCxnSpPr>
          <p:nvPr/>
        </p:nvCxnSpPr>
        <p:spPr>
          <a:xfrm>
            <a:off x="5319252" y="4621161"/>
            <a:ext cx="10127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682789-22BA-0848-1555-C90344A7277D}"/>
                  </a:ext>
                </a:extLst>
              </p:cNvPr>
              <p:cNvSpPr txBox="1"/>
              <p:nvPr/>
            </p:nvSpPr>
            <p:spPr>
              <a:xfrm>
                <a:off x="4867427" y="3743531"/>
                <a:ext cx="1262986" cy="561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pos m:val="top"/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f>
                            <m:fPr>
                              <m:ctrlPr>
                                <a:rPr lang="el-G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brk m:alnAt="1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groupCh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682789-22BA-0848-1555-C90344A72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427" y="3743531"/>
                <a:ext cx="1262986" cy="561244"/>
              </a:xfrm>
              <a:prstGeom prst="rect">
                <a:avLst/>
              </a:prstGeom>
              <a:blipFill>
                <a:blip r:embed="rId2"/>
                <a:stretch>
                  <a:fillRect b="-9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54040A-281D-A36B-D02C-2D6967FC1404}"/>
              </a:ext>
            </a:extLst>
          </p:cNvPr>
          <p:cNvCxnSpPr>
            <a:cxnSpLocks/>
            <a:stCxn id="4" idx="4"/>
          </p:cNvCxnSpPr>
          <p:nvPr/>
        </p:nvCxnSpPr>
        <p:spPr>
          <a:xfrm flipH="1" flipV="1">
            <a:off x="4867427" y="4620757"/>
            <a:ext cx="997515" cy="40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39CCC23-B612-4B48-C105-53331A1AEECF}"/>
                  </a:ext>
                </a:extLst>
              </p:cNvPr>
              <p:cNvSpPr txBox="1"/>
              <p:nvPr/>
            </p:nvSpPr>
            <p:spPr>
              <a:xfrm>
                <a:off x="4436482" y="4694426"/>
                <a:ext cx="4976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39CCC23-B612-4B48-C105-53331A1AE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482" y="4694426"/>
                <a:ext cx="497637" cy="310598"/>
              </a:xfrm>
              <a:prstGeom prst="rect">
                <a:avLst/>
              </a:prstGeom>
              <a:blipFill>
                <a:blip r:embed="rId3"/>
                <a:stretch>
                  <a:fillRect l="-12346" r="-864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043D21-A0D7-8643-5183-83FDABBA65D3}"/>
              </a:ext>
            </a:extLst>
          </p:cNvPr>
          <p:cNvCxnSpPr>
            <a:cxnSpLocks/>
          </p:cNvCxnSpPr>
          <p:nvPr/>
        </p:nvCxnSpPr>
        <p:spPr>
          <a:xfrm flipH="1">
            <a:off x="5181600" y="4621161"/>
            <a:ext cx="137652" cy="373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B274C33-F34C-1AF4-0AC0-82EF2B90F942}"/>
              </a:ext>
            </a:extLst>
          </p:cNvPr>
          <p:cNvCxnSpPr>
            <a:cxnSpLocks/>
          </p:cNvCxnSpPr>
          <p:nvPr/>
        </p:nvCxnSpPr>
        <p:spPr>
          <a:xfrm flipH="1">
            <a:off x="5385619" y="4631398"/>
            <a:ext cx="137652" cy="373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6BB743-05DB-A2EF-2BAD-71B701DF4AE9}"/>
              </a:ext>
            </a:extLst>
          </p:cNvPr>
          <p:cNvCxnSpPr>
            <a:cxnSpLocks/>
          </p:cNvCxnSpPr>
          <p:nvPr/>
        </p:nvCxnSpPr>
        <p:spPr>
          <a:xfrm flipH="1">
            <a:off x="5619135" y="4631398"/>
            <a:ext cx="137652" cy="373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95D1CDF-F1B6-8523-BE37-E65B1F28DEB2}"/>
              </a:ext>
            </a:extLst>
          </p:cNvPr>
          <p:cNvCxnSpPr>
            <a:cxnSpLocks/>
          </p:cNvCxnSpPr>
          <p:nvPr/>
        </p:nvCxnSpPr>
        <p:spPr>
          <a:xfrm flipH="1">
            <a:off x="5825613" y="4620757"/>
            <a:ext cx="137652" cy="373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E50B5E0-E3CE-F4B7-46F8-C66F57C3A04B}"/>
              </a:ext>
            </a:extLst>
          </p:cNvPr>
          <p:cNvCxnSpPr>
            <a:cxnSpLocks/>
          </p:cNvCxnSpPr>
          <p:nvPr/>
        </p:nvCxnSpPr>
        <p:spPr>
          <a:xfrm flipH="1">
            <a:off x="6061587" y="4620757"/>
            <a:ext cx="137652" cy="373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7A8E51E-510B-3B3B-C7CF-4180BF4DC9BA}"/>
              </a:ext>
            </a:extLst>
          </p:cNvPr>
          <p:cNvCxnSpPr>
            <a:cxnSpLocks/>
          </p:cNvCxnSpPr>
          <p:nvPr/>
        </p:nvCxnSpPr>
        <p:spPr>
          <a:xfrm flipH="1">
            <a:off x="6268064" y="4620757"/>
            <a:ext cx="137652" cy="373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4A0B16-C155-6E81-B26B-13EBBEFA0FD6}"/>
              </a:ext>
            </a:extLst>
          </p:cNvPr>
          <p:cNvCxnSpPr>
            <a:cxnSpLocks/>
          </p:cNvCxnSpPr>
          <p:nvPr/>
        </p:nvCxnSpPr>
        <p:spPr>
          <a:xfrm flipH="1">
            <a:off x="4867427" y="3298719"/>
            <a:ext cx="99259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CB1F251-F127-4E76-58C1-84F6B70A8A58}"/>
              </a:ext>
            </a:extLst>
          </p:cNvPr>
          <p:cNvCxnSpPr>
            <a:cxnSpLocks/>
          </p:cNvCxnSpPr>
          <p:nvPr/>
        </p:nvCxnSpPr>
        <p:spPr>
          <a:xfrm>
            <a:off x="4867427" y="3299530"/>
            <a:ext cx="0" cy="133186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91ADD6-2345-1909-52C3-048C602FB262}"/>
                  </a:ext>
                </a:extLst>
              </p:cNvPr>
              <p:cNvSpPr txBox="1"/>
              <p:nvPr/>
            </p:nvSpPr>
            <p:spPr>
              <a:xfrm>
                <a:off x="5296120" y="2904751"/>
                <a:ext cx="3759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𝐹𝑡𝑡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91ADD6-2345-1909-52C3-048C602FB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120" y="2904751"/>
                <a:ext cx="375937" cy="310598"/>
              </a:xfrm>
              <a:prstGeom prst="rect">
                <a:avLst/>
              </a:prstGeom>
              <a:blipFill>
                <a:blip r:embed="rId4"/>
                <a:stretch>
                  <a:fillRect l="-16393" r="-1475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A0D68E-C59B-938B-489D-879F038071BE}"/>
              </a:ext>
            </a:extLst>
          </p:cNvPr>
          <p:cNvCxnSpPr>
            <a:cxnSpLocks/>
          </p:cNvCxnSpPr>
          <p:nvPr/>
        </p:nvCxnSpPr>
        <p:spPr>
          <a:xfrm>
            <a:off x="5860026" y="1511808"/>
            <a:ext cx="0" cy="39624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81BAF77F-EE03-1636-DB02-C79A178696DD}"/>
              </a:ext>
            </a:extLst>
          </p:cNvPr>
          <p:cNvSpPr/>
          <p:nvPr/>
        </p:nvSpPr>
        <p:spPr>
          <a:xfrm flipH="1">
            <a:off x="4532672" y="1917516"/>
            <a:ext cx="1376518" cy="1300450"/>
          </a:xfrm>
          <a:prstGeom prst="arc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8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A91D97-70C6-2B6D-DCAB-2D3C36B81580}"/>
              </a:ext>
            </a:extLst>
          </p:cNvPr>
          <p:cNvCxnSpPr>
            <a:cxnSpLocks/>
          </p:cNvCxnSpPr>
          <p:nvPr/>
        </p:nvCxnSpPr>
        <p:spPr>
          <a:xfrm>
            <a:off x="5861304" y="1538605"/>
            <a:ext cx="0" cy="39624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928997F-C7F7-FBDA-4F9E-392A483409D5}"/>
              </a:ext>
            </a:extLst>
          </p:cNvPr>
          <p:cNvCxnSpPr>
            <a:cxnSpLocks/>
          </p:cNvCxnSpPr>
          <p:nvPr/>
        </p:nvCxnSpPr>
        <p:spPr>
          <a:xfrm flipH="1" flipV="1">
            <a:off x="3820359" y="4090399"/>
            <a:ext cx="3703320" cy="10978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3F0F1368-E8D3-453C-59FA-D0E7E134178F}"/>
              </a:ext>
            </a:extLst>
          </p:cNvPr>
          <p:cNvSpPr/>
          <p:nvPr/>
        </p:nvSpPr>
        <p:spPr>
          <a:xfrm>
            <a:off x="4532671" y="1956619"/>
            <a:ext cx="2664542" cy="266454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A3C579-716A-D4B8-E76A-7723E75C8D27}"/>
              </a:ext>
            </a:extLst>
          </p:cNvPr>
          <p:cNvCxnSpPr>
            <a:cxnSpLocks/>
          </p:cNvCxnSpPr>
          <p:nvPr/>
        </p:nvCxnSpPr>
        <p:spPr>
          <a:xfrm flipH="1">
            <a:off x="5861304" y="3288890"/>
            <a:ext cx="3638" cy="113422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02116A-9002-43F4-0733-93E4FE56BA4C}"/>
                  </a:ext>
                </a:extLst>
              </p:cNvPr>
              <p:cNvSpPr txBox="1"/>
              <p:nvPr/>
            </p:nvSpPr>
            <p:spPr>
              <a:xfrm>
                <a:off x="5666665" y="3568404"/>
                <a:ext cx="1262986" cy="5668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pos m:val="top"/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groupCh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02116A-9002-43F4-0733-93E4FE56B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665" y="3568404"/>
                <a:ext cx="1262986" cy="566886"/>
              </a:xfrm>
              <a:prstGeom prst="rect">
                <a:avLst/>
              </a:prstGeom>
              <a:blipFill>
                <a:blip r:embed="rId2"/>
                <a:stretch>
                  <a:fillRect b="-10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9E761A-17B5-13F5-DEB8-C7459A912F5D}"/>
                  </a:ext>
                </a:extLst>
              </p:cNvPr>
              <p:cNvSpPr txBox="1"/>
              <p:nvPr/>
            </p:nvSpPr>
            <p:spPr>
              <a:xfrm>
                <a:off x="4460654" y="4423118"/>
                <a:ext cx="4976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9E761A-17B5-13F5-DEB8-C7459A912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654" y="4423118"/>
                <a:ext cx="497637" cy="310598"/>
              </a:xfrm>
              <a:prstGeom prst="rect">
                <a:avLst/>
              </a:prstGeom>
              <a:blipFill>
                <a:blip r:embed="rId3"/>
                <a:stretch>
                  <a:fillRect l="-12346" r="-8642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F110BA-CFA5-D7A9-42AD-9301DAC13063}"/>
              </a:ext>
            </a:extLst>
          </p:cNvPr>
          <p:cNvCxnSpPr>
            <a:cxnSpLocks/>
            <a:stCxn id="29" idx="2"/>
          </p:cNvCxnSpPr>
          <p:nvPr/>
        </p:nvCxnSpPr>
        <p:spPr>
          <a:xfrm flipH="1" flipV="1">
            <a:off x="4400856" y="4258572"/>
            <a:ext cx="939071" cy="26481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1E9B88-B162-6027-FA0F-1B5864BAEC69}"/>
              </a:ext>
            </a:extLst>
          </p:cNvPr>
          <p:cNvCxnSpPr/>
          <p:nvPr/>
        </p:nvCxnSpPr>
        <p:spPr>
          <a:xfrm>
            <a:off x="3505200" y="3288889"/>
            <a:ext cx="47122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3542FF11-69F4-19A6-045D-C184ABFC57C9}"/>
              </a:ext>
            </a:extLst>
          </p:cNvPr>
          <p:cNvSpPr/>
          <p:nvPr/>
        </p:nvSpPr>
        <p:spPr>
          <a:xfrm flipH="1">
            <a:off x="4460654" y="1917516"/>
            <a:ext cx="1448535" cy="1273598"/>
          </a:xfrm>
          <a:prstGeom prst="arc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54010B-D5C5-5DAA-7F0E-7309C31A919D}"/>
              </a:ext>
            </a:extLst>
          </p:cNvPr>
          <p:cNvCxnSpPr>
            <a:cxnSpLocks/>
          </p:cNvCxnSpPr>
          <p:nvPr/>
        </p:nvCxnSpPr>
        <p:spPr>
          <a:xfrm flipH="1">
            <a:off x="5472027" y="3282777"/>
            <a:ext cx="389277" cy="1277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4A3FFBD-3FDF-DE07-C770-0FD86823F17D}"/>
              </a:ext>
            </a:extLst>
          </p:cNvPr>
          <p:cNvSpPr/>
          <p:nvPr/>
        </p:nvSpPr>
        <p:spPr>
          <a:xfrm rot="1004481">
            <a:off x="5240910" y="4297883"/>
            <a:ext cx="264397" cy="2303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CF2F38F-FCFD-FA0A-26A8-47BE68AF3BEC}"/>
              </a:ext>
            </a:extLst>
          </p:cNvPr>
          <p:cNvCxnSpPr>
            <a:cxnSpLocks/>
          </p:cNvCxnSpPr>
          <p:nvPr/>
        </p:nvCxnSpPr>
        <p:spPr>
          <a:xfrm>
            <a:off x="3411856" y="5188239"/>
            <a:ext cx="583768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951149-F42F-B943-1057-8C4AC838EFA8}"/>
                  </a:ext>
                </a:extLst>
              </p:cNvPr>
              <p:cNvSpPr txBox="1"/>
              <p:nvPr/>
            </p:nvSpPr>
            <p:spPr>
              <a:xfrm>
                <a:off x="6137760" y="4900675"/>
                <a:ext cx="1929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951149-F42F-B943-1057-8C4AC838E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760" y="4900675"/>
                <a:ext cx="192937" cy="276999"/>
              </a:xfrm>
              <a:prstGeom prst="rect">
                <a:avLst/>
              </a:prstGeom>
              <a:blipFill>
                <a:blip r:embed="rId4"/>
                <a:stretch>
                  <a:fillRect l="-43750" t="-2222" r="-40625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112BADD-2720-8643-1586-3A1BF9A8D0C1}"/>
              </a:ext>
            </a:extLst>
          </p:cNvPr>
          <p:cNvCxnSpPr>
            <a:cxnSpLocks/>
          </p:cNvCxnSpPr>
          <p:nvPr/>
        </p:nvCxnSpPr>
        <p:spPr>
          <a:xfrm flipH="1">
            <a:off x="6545747" y="4929339"/>
            <a:ext cx="48434" cy="2589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899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136ED4-2645-E7BD-E853-6CCA26D050AB}"/>
              </a:ext>
            </a:extLst>
          </p:cNvPr>
          <p:cNvSpPr/>
          <p:nvPr/>
        </p:nvSpPr>
        <p:spPr>
          <a:xfrm>
            <a:off x="4041648" y="1499616"/>
            <a:ext cx="1618488" cy="34381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42C6C0-F42A-CB7E-BA15-7E6A952E2642}"/>
              </a:ext>
            </a:extLst>
          </p:cNvPr>
          <p:cNvSpPr/>
          <p:nvPr/>
        </p:nvSpPr>
        <p:spPr>
          <a:xfrm>
            <a:off x="5660136" y="2834640"/>
            <a:ext cx="1106424" cy="76809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C98328-3CF7-2A77-49E4-EF9A808C43B8}"/>
              </a:ext>
            </a:extLst>
          </p:cNvPr>
          <p:cNvCxnSpPr>
            <a:cxnSpLocks/>
          </p:cNvCxnSpPr>
          <p:nvPr/>
        </p:nvCxnSpPr>
        <p:spPr>
          <a:xfrm>
            <a:off x="3616452" y="3227832"/>
            <a:ext cx="362388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051368-5985-3B6E-D253-A9C92989DF22}"/>
              </a:ext>
            </a:extLst>
          </p:cNvPr>
          <p:cNvCxnSpPr/>
          <p:nvPr/>
        </p:nvCxnSpPr>
        <p:spPr>
          <a:xfrm>
            <a:off x="4850892" y="1024128"/>
            <a:ext cx="0" cy="459943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A290DC-69C3-7791-2184-4CCA2EF4B8BB}"/>
              </a:ext>
            </a:extLst>
          </p:cNvPr>
          <p:cNvCxnSpPr/>
          <p:nvPr/>
        </p:nvCxnSpPr>
        <p:spPr>
          <a:xfrm>
            <a:off x="3391281" y="4937760"/>
            <a:ext cx="29192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532864-85A6-858F-35B0-FA556D73F3DE}"/>
              </a:ext>
            </a:extLst>
          </p:cNvPr>
          <p:cNvCxnSpPr/>
          <p:nvPr/>
        </p:nvCxnSpPr>
        <p:spPr>
          <a:xfrm flipV="1">
            <a:off x="3391281" y="4937760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D6CAD-8EF9-6C1B-34F1-C0824365F640}"/>
              </a:ext>
            </a:extLst>
          </p:cNvPr>
          <p:cNvCxnSpPr/>
          <p:nvPr/>
        </p:nvCxnSpPr>
        <p:spPr>
          <a:xfrm flipV="1">
            <a:off x="3757041" y="4956049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CB7E94-38AF-A6AE-4527-89CC1C58BFFE}"/>
              </a:ext>
            </a:extLst>
          </p:cNvPr>
          <p:cNvCxnSpPr/>
          <p:nvPr/>
        </p:nvCxnSpPr>
        <p:spPr>
          <a:xfrm flipV="1">
            <a:off x="4143946" y="4937760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5A8133-4410-C86D-7D2B-D84B9CDF6FCC}"/>
              </a:ext>
            </a:extLst>
          </p:cNvPr>
          <p:cNvCxnSpPr/>
          <p:nvPr/>
        </p:nvCxnSpPr>
        <p:spPr>
          <a:xfrm flipV="1">
            <a:off x="4486846" y="4937760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375DB0-E552-72F4-94C5-75FE9D73FE4E}"/>
              </a:ext>
            </a:extLst>
          </p:cNvPr>
          <p:cNvCxnSpPr/>
          <p:nvPr/>
        </p:nvCxnSpPr>
        <p:spPr>
          <a:xfrm flipV="1">
            <a:off x="4837176" y="4937760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0A2176-B5B5-5B95-080E-92C6B1CD03CB}"/>
              </a:ext>
            </a:extLst>
          </p:cNvPr>
          <p:cNvCxnSpPr/>
          <p:nvPr/>
        </p:nvCxnSpPr>
        <p:spPr>
          <a:xfrm flipV="1">
            <a:off x="5201222" y="4937760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782B5D-38A3-2433-157A-8EBA9898596F}"/>
              </a:ext>
            </a:extLst>
          </p:cNvPr>
          <p:cNvCxnSpPr/>
          <p:nvPr/>
        </p:nvCxnSpPr>
        <p:spPr>
          <a:xfrm flipV="1">
            <a:off x="5565268" y="4956049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919096-5A9B-EFD1-6CE3-6A12EC516835}"/>
              </a:ext>
            </a:extLst>
          </p:cNvPr>
          <p:cNvCxnSpPr/>
          <p:nvPr/>
        </p:nvCxnSpPr>
        <p:spPr>
          <a:xfrm flipV="1">
            <a:off x="5929314" y="4956049"/>
            <a:ext cx="320040" cy="4754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C89D78-E6F4-47F0-91F3-D480921DB700}"/>
              </a:ext>
            </a:extLst>
          </p:cNvPr>
          <p:cNvCxnSpPr/>
          <p:nvPr/>
        </p:nvCxnSpPr>
        <p:spPr>
          <a:xfrm flipV="1">
            <a:off x="4041648" y="4626862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0DFB32-AA15-C994-B949-070D70839C57}"/>
              </a:ext>
            </a:extLst>
          </p:cNvPr>
          <p:cNvCxnSpPr/>
          <p:nvPr/>
        </p:nvCxnSpPr>
        <p:spPr>
          <a:xfrm flipV="1">
            <a:off x="4303966" y="4626861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65B836-C76F-B452-EFB0-2E7A9A45DBFA}"/>
              </a:ext>
            </a:extLst>
          </p:cNvPr>
          <p:cNvCxnSpPr/>
          <p:nvPr/>
        </p:nvCxnSpPr>
        <p:spPr>
          <a:xfrm flipV="1">
            <a:off x="4541520" y="4626863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7BCAE7-2FBE-85F1-F9AE-88BFD735E9C7}"/>
              </a:ext>
            </a:extLst>
          </p:cNvPr>
          <p:cNvCxnSpPr/>
          <p:nvPr/>
        </p:nvCxnSpPr>
        <p:spPr>
          <a:xfrm flipV="1">
            <a:off x="4779264" y="4626863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D59FA2B-3514-9D14-CE3A-15163573565B}"/>
              </a:ext>
            </a:extLst>
          </p:cNvPr>
          <p:cNvCxnSpPr/>
          <p:nvPr/>
        </p:nvCxnSpPr>
        <p:spPr>
          <a:xfrm flipV="1">
            <a:off x="4998720" y="4626863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8B0C41E-C0DF-BBB2-2628-77F5F618E8BC}"/>
              </a:ext>
            </a:extLst>
          </p:cNvPr>
          <p:cNvCxnSpPr/>
          <p:nvPr/>
        </p:nvCxnSpPr>
        <p:spPr>
          <a:xfrm flipV="1">
            <a:off x="5227320" y="4626863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70E509A-8D38-1881-0197-D8C44FD13D67}"/>
              </a:ext>
            </a:extLst>
          </p:cNvPr>
          <p:cNvCxnSpPr/>
          <p:nvPr/>
        </p:nvCxnSpPr>
        <p:spPr>
          <a:xfrm flipV="1">
            <a:off x="5446776" y="4626863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60192BD-152C-643A-182D-507906301E94}"/>
              </a:ext>
            </a:extLst>
          </p:cNvPr>
          <p:cNvCxnSpPr/>
          <p:nvPr/>
        </p:nvCxnSpPr>
        <p:spPr>
          <a:xfrm flipV="1">
            <a:off x="5650992" y="4626862"/>
            <a:ext cx="0" cy="310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D3073CF-BF5E-7E04-94DD-757EB79F094A}"/>
              </a:ext>
            </a:extLst>
          </p:cNvPr>
          <p:cNvCxnSpPr/>
          <p:nvPr/>
        </p:nvCxnSpPr>
        <p:spPr>
          <a:xfrm flipV="1">
            <a:off x="4853750" y="1792224"/>
            <a:ext cx="2386584" cy="1417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381EA81-93E5-A5CC-7DF7-82781C91CDED}"/>
              </a:ext>
            </a:extLst>
          </p:cNvPr>
          <p:cNvCxnSpPr>
            <a:cxnSpLocks/>
          </p:cNvCxnSpPr>
          <p:nvPr/>
        </p:nvCxnSpPr>
        <p:spPr>
          <a:xfrm>
            <a:off x="4041648" y="4626861"/>
            <a:ext cx="161848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6A2F7F2-B622-73A7-0C40-222AFD2FB658}"/>
                  </a:ext>
                </a:extLst>
              </p:cNvPr>
              <p:cNvSpPr txBox="1"/>
              <p:nvPr/>
            </p:nvSpPr>
            <p:spPr>
              <a:xfrm>
                <a:off x="7052365" y="1417321"/>
                <a:ext cx="3759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𝐹𝑡𝑡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6A2F7F2-B622-73A7-0C40-222AFD2FB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365" y="1417321"/>
                <a:ext cx="375937" cy="310598"/>
              </a:xfrm>
              <a:prstGeom prst="rect">
                <a:avLst/>
              </a:prstGeom>
              <a:blipFill>
                <a:blip r:embed="rId2"/>
                <a:stretch>
                  <a:fillRect l="-16129" r="-129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BF12E2B-5EF0-F63C-2A11-9F9221B73C5F}"/>
              </a:ext>
            </a:extLst>
          </p:cNvPr>
          <p:cNvCxnSpPr/>
          <p:nvPr/>
        </p:nvCxnSpPr>
        <p:spPr>
          <a:xfrm>
            <a:off x="6766560" y="2231136"/>
            <a:ext cx="0" cy="19933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742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2F6F-B7AB-1542-1F21-54A9730F9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AB66DB-5AD5-9C0E-8BFF-7A8C432C58C6}"/>
              </a:ext>
            </a:extLst>
          </p:cNvPr>
          <p:cNvSpPr/>
          <p:nvPr/>
        </p:nvSpPr>
        <p:spPr>
          <a:xfrm>
            <a:off x="8839200" y="2163097"/>
            <a:ext cx="816078" cy="19074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3ED415-3233-FBEC-3850-1D46E3AD8A34}"/>
              </a:ext>
            </a:extLst>
          </p:cNvPr>
          <p:cNvSpPr/>
          <p:nvPr/>
        </p:nvSpPr>
        <p:spPr>
          <a:xfrm>
            <a:off x="2152153" y="2154835"/>
            <a:ext cx="816078" cy="19074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E5AA2D-5FD5-0267-DCD6-3F107ECB40B6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CCAE72-6E45-A7CE-D96D-1125DF7EA670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6A2409-31A7-B372-AABA-AE034E0BC35F}"/>
              </a:ext>
            </a:extLst>
          </p:cNvPr>
          <p:cNvSpPr/>
          <p:nvPr/>
        </p:nvSpPr>
        <p:spPr>
          <a:xfrm>
            <a:off x="3210107" y="2880852"/>
            <a:ext cx="5373451" cy="4719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36B42A-8AFE-1695-2A94-914B3B16D9B6}"/>
              </a:ext>
            </a:extLst>
          </p:cNvPr>
          <p:cNvSpPr/>
          <p:nvPr/>
        </p:nvSpPr>
        <p:spPr>
          <a:xfrm>
            <a:off x="2980950" y="2986545"/>
            <a:ext cx="235977" cy="2040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AF700C-65ED-39B3-B5DF-4E22D35AD101}"/>
              </a:ext>
            </a:extLst>
          </p:cNvPr>
          <p:cNvSpPr/>
          <p:nvPr/>
        </p:nvSpPr>
        <p:spPr>
          <a:xfrm>
            <a:off x="8593391" y="3000066"/>
            <a:ext cx="235977" cy="2040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1EB52F-AFF2-5AC0-3AB8-00DF09D609F7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380508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843FD4-428F-184D-7213-8C8C01B350EB}"/>
              </a:ext>
            </a:extLst>
          </p:cNvPr>
          <p:cNvCxnSpPr>
            <a:cxnSpLocks/>
          </p:cNvCxnSpPr>
          <p:nvPr/>
        </p:nvCxnSpPr>
        <p:spPr>
          <a:xfrm>
            <a:off x="9257072" y="1612490"/>
            <a:ext cx="0" cy="380508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DC0F71-6B3D-DCBB-CA42-FDF27C0F1366}"/>
              </a:ext>
            </a:extLst>
          </p:cNvPr>
          <p:cNvCxnSpPr/>
          <p:nvPr/>
        </p:nvCxnSpPr>
        <p:spPr>
          <a:xfrm>
            <a:off x="2571136" y="4778477"/>
            <a:ext cx="1892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67F37A8-C799-D8DB-A146-0749B9611317}"/>
              </a:ext>
            </a:extLst>
          </p:cNvPr>
          <p:cNvCxnSpPr/>
          <p:nvPr/>
        </p:nvCxnSpPr>
        <p:spPr>
          <a:xfrm>
            <a:off x="7354530" y="4778477"/>
            <a:ext cx="1892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3201A85-4944-68E3-B4A7-F8DCE24638F3}"/>
              </a:ext>
            </a:extLst>
          </p:cNvPr>
          <p:cNvCxnSpPr/>
          <p:nvPr/>
        </p:nvCxnSpPr>
        <p:spPr>
          <a:xfrm>
            <a:off x="4463845" y="4778477"/>
            <a:ext cx="28906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B73B1AC-2EE7-89BB-0970-F5259ACBE75D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242365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AFE3CE-B6C7-CE22-ACEB-08D5D1B0FBFD}"/>
              </a:ext>
            </a:extLst>
          </p:cNvPr>
          <p:cNvCxnSpPr>
            <a:cxnSpLocks/>
          </p:cNvCxnSpPr>
          <p:nvPr/>
        </p:nvCxnSpPr>
        <p:spPr>
          <a:xfrm>
            <a:off x="7349614" y="3102077"/>
            <a:ext cx="0" cy="242365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Arrow: Down 31">
            <a:extLst>
              <a:ext uri="{FF2B5EF4-FFF2-40B4-BE49-F238E27FC236}">
                <a16:creationId xmlns:a16="http://schemas.microsoft.com/office/drawing/2014/main" id="{9BEC7CC5-22AC-CEF1-AA20-EDE2635C4EEE}"/>
              </a:ext>
            </a:extLst>
          </p:cNvPr>
          <p:cNvSpPr/>
          <p:nvPr/>
        </p:nvSpPr>
        <p:spPr>
          <a:xfrm>
            <a:off x="4355701" y="1292941"/>
            <a:ext cx="226132" cy="155841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C7B2D6E9-8B36-4D5E-2096-A7261819BA45}"/>
              </a:ext>
            </a:extLst>
          </p:cNvPr>
          <p:cNvSpPr/>
          <p:nvPr/>
        </p:nvSpPr>
        <p:spPr>
          <a:xfrm>
            <a:off x="7236542" y="1292941"/>
            <a:ext cx="226132" cy="155841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78A46B-94CF-B340-95F0-DA0DA46C8F1A}"/>
              </a:ext>
            </a:extLst>
          </p:cNvPr>
          <p:cNvCxnSpPr/>
          <p:nvPr/>
        </p:nvCxnSpPr>
        <p:spPr>
          <a:xfrm flipV="1">
            <a:off x="2553286" y="2154835"/>
            <a:ext cx="1184787" cy="95372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A50E8FA-E372-4679-5B94-47F24BDA6866}"/>
              </a:ext>
            </a:extLst>
          </p:cNvPr>
          <p:cNvCxnSpPr/>
          <p:nvPr/>
        </p:nvCxnSpPr>
        <p:spPr>
          <a:xfrm flipV="1">
            <a:off x="9261068" y="2163097"/>
            <a:ext cx="1184787" cy="95372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7525AE-9C26-27FF-C945-87E32A452465}"/>
              </a:ext>
            </a:extLst>
          </p:cNvPr>
          <p:cNvCxnSpPr>
            <a:cxnSpLocks/>
          </p:cNvCxnSpPr>
          <p:nvPr/>
        </p:nvCxnSpPr>
        <p:spPr>
          <a:xfrm flipV="1">
            <a:off x="9846626" y="5724651"/>
            <a:ext cx="592394" cy="4768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DFFDE6-873A-B829-4216-8011B64A2F9B}"/>
              </a:ext>
            </a:extLst>
          </p:cNvPr>
          <p:cNvCxnSpPr/>
          <p:nvPr/>
        </p:nvCxnSpPr>
        <p:spPr>
          <a:xfrm flipV="1">
            <a:off x="9846626" y="5405102"/>
            <a:ext cx="0" cy="796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CCD3F99-60A3-A840-461D-9CFB0DBA888F}"/>
              </a:ext>
            </a:extLst>
          </p:cNvPr>
          <p:cNvCxnSpPr>
            <a:cxnSpLocks/>
          </p:cNvCxnSpPr>
          <p:nvPr/>
        </p:nvCxnSpPr>
        <p:spPr>
          <a:xfrm>
            <a:off x="9846626" y="6201515"/>
            <a:ext cx="7890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Arrow: Curved Down 46">
            <a:extLst>
              <a:ext uri="{FF2B5EF4-FFF2-40B4-BE49-F238E27FC236}">
                <a16:creationId xmlns:a16="http://schemas.microsoft.com/office/drawing/2014/main" id="{452B4416-F4D2-B252-B63B-CE61D672739B}"/>
              </a:ext>
            </a:extLst>
          </p:cNvPr>
          <p:cNvSpPr/>
          <p:nvPr/>
        </p:nvSpPr>
        <p:spPr>
          <a:xfrm>
            <a:off x="7145589" y="2875933"/>
            <a:ext cx="457210" cy="50144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Arrow: Curved Down 47">
            <a:extLst>
              <a:ext uri="{FF2B5EF4-FFF2-40B4-BE49-F238E27FC236}">
                <a16:creationId xmlns:a16="http://schemas.microsoft.com/office/drawing/2014/main" id="{19AA49AF-9E7B-78E6-E7A6-75C09A4B27C2}"/>
              </a:ext>
            </a:extLst>
          </p:cNvPr>
          <p:cNvSpPr/>
          <p:nvPr/>
        </p:nvSpPr>
        <p:spPr>
          <a:xfrm>
            <a:off x="4272110" y="2875933"/>
            <a:ext cx="457210" cy="50144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Arrow: Curved Down 48">
            <a:extLst>
              <a:ext uri="{FF2B5EF4-FFF2-40B4-BE49-F238E27FC236}">
                <a16:creationId xmlns:a16="http://schemas.microsoft.com/office/drawing/2014/main" id="{8251B1E7-58A5-2137-DFB7-BC57DA4F4035}"/>
              </a:ext>
            </a:extLst>
          </p:cNvPr>
          <p:cNvSpPr/>
          <p:nvPr/>
        </p:nvSpPr>
        <p:spPr>
          <a:xfrm flipH="1">
            <a:off x="2282320" y="2875933"/>
            <a:ext cx="508804" cy="50144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Arrow: Curved Down 50">
            <a:extLst>
              <a:ext uri="{FF2B5EF4-FFF2-40B4-BE49-F238E27FC236}">
                <a16:creationId xmlns:a16="http://schemas.microsoft.com/office/drawing/2014/main" id="{38140A8E-62AC-F5C2-FFDB-64188EA52DB8}"/>
              </a:ext>
            </a:extLst>
          </p:cNvPr>
          <p:cNvSpPr/>
          <p:nvPr/>
        </p:nvSpPr>
        <p:spPr>
          <a:xfrm flipH="1">
            <a:off x="8964570" y="2837834"/>
            <a:ext cx="508804" cy="50144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 Box 2">
            <a:extLst>
              <a:ext uri="{FF2B5EF4-FFF2-40B4-BE49-F238E27FC236}">
                <a16:creationId xmlns:a16="http://schemas.microsoft.com/office/drawing/2014/main" id="{86EE9BF2-9B32-E13E-8FB1-152356C9A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766" y="4277281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145 mm</a:t>
            </a:r>
          </a:p>
        </p:txBody>
      </p:sp>
      <p:sp>
        <p:nvSpPr>
          <p:cNvPr id="53" name="Text Box 2">
            <a:extLst>
              <a:ext uri="{FF2B5EF4-FFF2-40B4-BE49-F238E27FC236}">
                <a16:creationId xmlns:a16="http://schemas.microsoft.com/office/drawing/2014/main" id="{464E4F77-8F4F-8F06-CD42-47EC8D83F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000" y="4269906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145 mm</a:t>
            </a:r>
          </a:p>
        </p:txBody>
      </p:sp>
      <p:sp>
        <p:nvSpPr>
          <p:cNvPr id="54" name="Text Box 2">
            <a:extLst>
              <a:ext uri="{FF2B5EF4-FFF2-40B4-BE49-F238E27FC236}">
                <a16:creationId xmlns:a16="http://schemas.microsoft.com/office/drawing/2014/main" id="{F859A5D0-1D63-55B4-611E-456121550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1760" y="4269905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290 </a:t>
            </a: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0F7B74-6902-4816-588B-7032AAAE06C8}"/>
              </a:ext>
            </a:extLst>
          </p:cNvPr>
          <p:cNvSpPr txBox="1"/>
          <p:nvPr/>
        </p:nvSpPr>
        <p:spPr>
          <a:xfrm>
            <a:off x="9557764" y="504855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845D8-1995-4934-BC23-2FBD6FD7B8D0}"/>
              </a:ext>
            </a:extLst>
          </p:cNvPr>
          <p:cNvSpPr txBox="1"/>
          <p:nvPr/>
        </p:nvSpPr>
        <p:spPr>
          <a:xfrm>
            <a:off x="10517836" y="614665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336FE4-964D-C39F-9D64-6067742617AD}"/>
              </a:ext>
            </a:extLst>
          </p:cNvPr>
          <p:cNvSpPr txBox="1"/>
          <p:nvPr/>
        </p:nvSpPr>
        <p:spPr>
          <a:xfrm>
            <a:off x="10291518" y="538419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892BBD-BFAE-FACB-6BF6-27B282FDCD0D}"/>
              </a:ext>
            </a:extLst>
          </p:cNvPr>
          <p:cNvSpPr txBox="1"/>
          <p:nvPr/>
        </p:nvSpPr>
        <p:spPr>
          <a:xfrm>
            <a:off x="7017446" y="923609"/>
            <a:ext cx="776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~60kg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57AA0F-8DDF-79B0-F719-D449F53ECD5C}"/>
              </a:ext>
            </a:extLst>
          </p:cNvPr>
          <p:cNvSpPr txBox="1"/>
          <p:nvPr/>
        </p:nvSpPr>
        <p:spPr>
          <a:xfrm>
            <a:off x="4147930" y="921150"/>
            <a:ext cx="776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~60kg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0C78D-EE45-02E8-ABB7-1B24757D06E0}"/>
              </a:ext>
            </a:extLst>
          </p:cNvPr>
          <p:cNvSpPr txBox="1"/>
          <p:nvPr/>
        </p:nvSpPr>
        <p:spPr>
          <a:xfrm>
            <a:off x="10290861" y="377566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BE0177-87DD-65F3-06F2-D118A3D7DD6F}"/>
              </a:ext>
            </a:extLst>
          </p:cNvPr>
          <p:cNvCxnSpPr>
            <a:cxnSpLocks/>
          </p:cNvCxnSpPr>
          <p:nvPr/>
        </p:nvCxnSpPr>
        <p:spPr>
          <a:xfrm flipH="1" flipV="1">
            <a:off x="9370848" y="3232928"/>
            <a:ext cx="943483" cy="6529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127DF0B-E48A-967F-185A-A8A31643A391}"/>
              </a:ext>
            </a:extLst>
          </p:cNvPr>
          <p:cNvSpPr txBox="1"/>
          <p:nvPr/>
        </p:nvSpPr>
        <p:spPr>
          <a:xfrm>
            <a:off x="2376261" y="568089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189DAE-0705-419F-874B-9F7A23DC748F}"/>
              </a:ext>
            </a:extLst>
          </p:cNvPr>
          <p:cNvSpPr txBox="1"/>
          <p:nvPr/>
        </p:nvSpPr>
        <p:spPr>
          <a:xfrm>
            <a:off x="4301781" y="568089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6D0BC3-BFD3-5694-A2A2-2F0329855251}"/>
              </a:ext>
            </a:extLst>
          </p:cNvPr>
          <p:cNvSpPr txBox="1"/>
          <p:nvPr/>
        </p:nvSpPr>
        <p:spPr>
          <a:xfrm>
            <a:off x="7201711" y="56808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43EC20-68C7-C2E5-829A-B66C10D7848A}"/>
              </a:ext>
            </a:extLst>
          </p:cNvPr>
          <p:cNvSpPr txBox="1"/>
          <p:nvPr/>
        </p:nvSpPr>
        <p:spPr>
          <a:xfrm>
            <a:off x="9085390" y="56808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FD6A98-5993-72B2-E356-3F4A5F5CBE2B}"/>
              </a:ext>
            </a:extLst>
          </p:cNvPr>
          <p:cNvCxnSpPr>
            <a:cxnSpLocks/>
          </p:cNvCxnSpPr>
          <p:nvPr/>
        </p:nvCxnSpPr>
        <p:spPr>
          <a:xfrm flipH="1">
            <a:off x="3262147" y="3084830"/>
            <a:ext cx="1184786" cy="9491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1E59DE-62D4-BCA6-4997-F4F6118F3929}"/>
              </a:ext>
            </a:extLst>
          </p:cNvPr>
          <p:cNvCxnSpPr>
            <a:cxnSpLocks/>
          </p:cNvCxnSpPr>
          <p:nvPr/>
        </p:nvCxnSpPr>
        <p:spPr>
          <a:xfrm flipH="1">
            <a:off x="6174661" y="3082071"/>
            <a:ext cx="1184786" cy="9491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C888971-DC90-0AD5-47E4-944EEACCD763}"/>
                  </a:ext>
                </a:extLst>
              </p:cNvPr>
              <p:cNvSpPr txBox="1"/>
              <p:nvPr/>
            </p:nvSpPr>
            <p:spPr>
              <a:xfrm>
                <a:off x="3433317" y="1801072"/>
                <a:ext cx="3759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𝐹𝑡𝑡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21C72A-1EE0-43A3-EE16-1133F9B0F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7" y="1801072"/>
                <a:ext cx="375937" cy="310598"/>
              </a:xfrm>
              <a:prstGeom prst="rect">
                <a:avLst/>
              </a:prstGeom>
              <a:blipFill>
                <a:blip r:embed="rId2"/>
                <a:stretch>
                  <a:fillRect l="-14516" r="-1451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7F748C-3924-4561-A4A4-FDEFA08E6DAC}"/>
                  </a:ext>
                </a:extLst>
              </p:cNvPr>
              <p:cNvSpPr txBox="1"/>
              <p:nvPr/>
            </p:nvSpPr>
            <p:spPr>
              <a:xfrm>
                <a:off x="10201237" y="1811236"/>
                <a:ext cx="3759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𝐹𝑡𝑡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4DE40F-2DE2-F4EE-94EA-89F8B89C3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1237" y="1811236"/>
                <a:ext cx="375937" cy="310598"/>
              </a:xfrm>
              <a:prstGeom prst="rect">
                <a:avLst/>
              </a:prstGeom>
              <a:blipFill>
                <a:blip r:embed="rId3"/>
                <a:stretch>
                  <a:fillRect l="-14516" r="-1451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74DABB-527F-32DF-EA14-53C95988A7AC}"/>
                  </a:ext>
                </a:extLst>
              </p:cNvPr>
              <p:cNvSpPr txBox="1"/>
              <p:nvPr/>
            </p:nvSpPr>
            <p:spPr>
              <a:xfrm>
                <a:off x="2961407" y="3913237"/>
                <a:ext cx="1458989" cy="463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cos(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)sin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74DABB-527F-32DF-EA14-53C95988A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407" y="3913237"/>
                <a:ext cx="1458989" cy="463525"/>
              </a:xfrm>
              <a:prstGeom prst="rect">
                <a:avLst/>
              </a:prstGeom>
              <a:blipFill>
                <a:blip r:embed="rId4"/>
                <a:stretch>
                  <a:fillRect l="-418" r="-9205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4FA9E4A-5FD2-6697-9044-F5AB17562D05}"/>
                  </a:ext>
                </a:extLst>
              </p:cNvPr>
              <p:cNvSpPr txBox="1"/>
              <p:nvPr/>
            </p:nvSpPr>
            <p:spPr>
              <a:xfrm>
                <a:off x="5494053" y="3893068"/>
                <a:ext cx="1458989" cy="463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cos(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)sin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4FA9E4A-5FD2-6697-9044-F5AB17562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053" y="3893068"/>
                <a:ext cx="1458989" cy="463525"/>
              </a:xfrm>
              <a:prstGeom prst="rect">
                <a:avLst/>
              </a:prstGeom>
              <a:blipFill>
                <a:blip r:embed="rId5"/>
                <a:stretch>
                  <a:fillRect r="-9167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83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8A4995-004A-B092-22D9-A0A205B66B40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32369F-EA8B-0D69-AD2E-885F884B8DB0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0FE67-2F38-E191-06D6-F0594C75CAFE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93899B-75DE-4034-8AB2-1C25EB0E9404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BF2EBB-0B32-18EC-15A8-439BEF0FE274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776FCE-E340-7219-3BAC-24913308C8A0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Arrow: Down 17">
            <a:extLst>
              <a:ext uri="{FF2B5EF4-FFF2-40B4-BE49-F238E27FC236}">
                <a16:creationId xmlns:a16="http://schemas.microsoft.com/office/drawing/2014/main" id="{1837568A-D03D-4438-FC5E-30A1512199D9}"/>
              </a:ext>
            </a:extLst>
          </p:cNvPr>
          <p:cNvSpPr/>
          <p:nvPr/>
        </p:nvSpPr>
        <p:spPr>
          <a:xfrm>
            <a:off x="4347834" y="2174744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445FF13F-1C83-B19D-54CA-C8B2B84B68EF}"/>
              </a:ext>
            </a:extLst>
          </p:cNvPr>
          <p:cNvSpPr/>
          <p:nvPr/>
        </p:nvSpPr>
        <p:spPr>
          <a:xfrm>
            <a:off x="7223018" y="217606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76BE2B-77FD-38D4-EA60-6BF01B2AF317}"/>
              </a:ext>
            </a:extLst>
          </p:cNvPr>
          <p:cNvCxnSpPr>
            <a:cxnSpLocks/>
          </p:cNvCxnSpPr>
          <p:nvPr/>
        </p:nvCxnSpPr>
        <p:spPr>
          <a:xfrm flipV="1">
            <a:off x="10243676" y="3796407"/>
            <a:ext cx="0" cy="410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9517F4-88EA-CE2F-9920-6F61C9743D66}"/>
              </a:ext>
            </a:extLst>
          </p:cNvPr>
          <p:cNvCxnSpPr>
            <a:cxnSpLocks/>
          </p:cNvCxnSpPr>
          <p:nvPr/>
        </p:nvCxnSpPr>
        <p:spPr>
          <a:xfrm>
            <a:off x="10243676" y="4207217"/>
            <a:ext cx="40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04E1E5D-D5D6-5320-5649-2AFD349E73E9}"/>
              </a:ext>
            </a:extLst>
          </p:cNvPr>
          <p:cNvSpPr txBox="1"/>
          <p:nvPr/>
        </p:nvSpPr>
        <p:spPr>
          <a:xfrm>
            <a:off x="10099245" y="339161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F91544-0E28-DC21-E8A1-88DB84FBB66C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E7BFB9-C7F3-8BEB-EDCB-EEB48ACBDC77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770FB4-E774-416F-08F7-2838CE491FCF}"/>
              </a:ext>
            </a:extLst>
          </p:cNvPr>
          <p:cNvSpPr txBox="1"/>
          <p:nvPr/>
        </p:nvSpPr>
        <p:spPr>
          <a:xfrm>
            <a:off x="7171462" y="400181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007D1D-A42E-2598-775E-B9D05C8D91C3}"/>
              </a:ext>
            </a:extLst>
          </p:cNvPr>
          <p:cNvSpPr txBox="1"/>
          <p:nvPr/>
        </p:nvSpPr>
        <p:spPr>
          <a:xfrm>
            <a:off x="9072570" y="400181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FD03CE-8FE2-9484-31EC-C813FE1C04A5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BE927A-19E2-D31F-5CDF-3E1B4C44358C}"/>
              </a:ext>
            </a:extLst>
          </p:cNvPr>
          <p:cNvSpPr txBox="1"/>
          <p:nvPr/>
        </p:nvSpPr>
        <p:spPr>
          <a:xfrm>
            <a:off x="10704222" y="400181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5EBEDEE1-9F6E-523E-18C4-BBB0B0F8DE49}"/>
              </a:ext>
            </a:extLst>
          </p:cNvPr>
          <p:cNvSpPr/>
          <p:nvPr/>
        </p:nvSpPr>
        <p:spPr>
          <a:xfrm rot="10800000">
            <a:off x="2443586" y="220234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CFD0DB50-E3BF-74CB-BF24-09BA3DC52CC1}"/>
              </a:ext>
            </a:extLst>
          </p:cNvPr>
          <p:cNvSpPr/>
          <p:nvPr/>
        </p:nvSpPr>
        <p:spPr>
          <a:xfrm rot="10800000">
            <a:off x="9117657" y="2193032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34848C7-BB74-AE2C-EAC2-AFFFA862BAAC}"/>
                  </a:ext>
                </a:extLst>
              </p:cNvPr>
              <p:cNvSpPr txBox="1"/>
              <p:nvPr/>
            </p:nvSpPr>
            <p:spPr>
              <a:xfrm>
                <a:off x="7192340" y="1585410"/>
                <a:ext cx="317395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34848C7-BB74-AE2C-EAC2-AFFFA862B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340" y="1585410"/>
                <a:ext cx="317395" cy="312458"/>
              </a:xfrm>
              <a:prstGeom prst="rect">
                <a:avLst/>
              </a:prstGeom>
              <a:blipFill>
                <a:blip r:embed="rId2"/>
                <a:stretch>
                  <a:fillRect l="-19231" r="-19231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2E02757-34FA-C33C-17BE-56E220FDDC55}"/>
                  </a:ext>
                </a:extLst>
              </p:cNvPr>
              <p:cNvSpPr txBox="1"/>
              <p:nvPr/>
            </p:nvSpPr>
            <p:spPr>
              <a:xfrm>
                <a:off x="4308641" y="1560323"/>
                <a:ext cx="317395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2E02757-34FA-C33C-17BE-56E220FDD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641" y="1560323"/>
                <a:ext cx="317395" cy="312458"/>
              </a:xfrm>
              <a:prstGeom prst="rect">
                <a:avLst/>
              </a:prstGeom>
              <a:blipFill>
                <a:blip r:embed="rId3"/>
                <a:stretch>
                  <a:fillRect l="-19231" r="-1923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EED2F04-D0C1-D17F-1EF9-916526FA61D2}"/>
                  </a:ext>
                </a:extLst>
              </p:cNvPr>
              <p:cNvSpPr txBox="1"/>
              <p:nvPr/>
            </p:nvSpPr>
            <p:spPr>
              <a:xfrm>
                <a:off x="9620924" y="2192998"/>
                <a:ext cx="446404" cy="317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𝐹𝑏𝑦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EED2F04-D0C1-D17F-1EF9-916526FA6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924" y="2192998"/>
                <a:ext cx="446404" cy="317972"/>
              </a:xfrm>
              <a:prstGeom prst="rect">
                <a:avLst/>
              </a:prstGeom>
              <a:blipFill>
                <a:blip r:embed="rId4"/>
                <a:stretch>
                  <a:fillRect l="-19178" r="-1780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57C8FF6-92CA-640A-0293-479C1B08468F}"/>
                  </a:ext>
                </a:extLst>
              </p:cNvPr>
              <p:cNvSpPr txBox="1"/>
              <p:nvPr/>
            </p:nvSpPr>
            <p:spPr>
              <a:xfrm>
                <a:off x="1795435" y="2182117"/>
                <a:ext cx="449610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57C8FF6-92CA-640A-0293-479C1B084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35" y="2182117"/>
                <a:ext cx="449610" cy="310598"/>
              </a:xfrm>
              <a:prstGeom prst="rect">
                <a:avLst/>
              </a:prstGeom>
              <a:blipFill>
                <a:blip r:embed="rId5"/>
                <a:stretch>
                  <a:fillRect l="-19178" r="-17808" b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0912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827BD-208A-6BD0-8DD4-CDC0D6AE4949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A9E43F-3A29-DA5B-1B88-5989704E6E70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D03C75A-E16E-A2F3-C7E2-D48901515C9C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2A5BD5-4F9B-139B-5FB5-418D46477492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917FB4-1D29-F0D8-2297-446440CDE52D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3775D78-CCCC-93F9-E64A-08A06383C174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7C40CA-7B83-3B18-9A73-FD976470C1EF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69A3F3-29E9-B88C-9519-813B1620ABF0}"/>
              </a:ext>
            </a:extLst>
          </p:cNvPr>
          <p:cNvSpPr txBox="1"/>
          <p:nvPr/>
        </p:nvSpPr>
        <p:spPr>
          <a:xfrm>
            <a:off x="7171262" y="40759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55D364-18EE-3A20-1353-4998A3D66550}"/>
              </a:ext>
            </a:extLst>
          </p:cNvPr>
          <p:cNvSpPr txBox="1"/>
          <p:nvPr/>
        </p:nvSpPr>
        <p:spPr>
          <a:xfrm>
            <a:off x="9069873" y="40759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4A378F-262F-BA89-25C0-4515548E87E1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CA9C7F-1E95-38E2-E7B8-36B9DEBB1BCF}"/>
              </a:ext>
            </a:extLst>
          </p:cNvPr>
          <p:cNvSpPr txBox="1"/>
          <p:nvPr/>
        </p:nvSpPr>
        <p:spPr>
          <a:xfrm>
            <a:off x="1482560" y="269407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BCF4DF-6CA9-5DE4-FA10-0F2FDE5D65B1}"/>
              </a:ext>
            </a:extLst>
          </p:cNvPr>
          <p:cNvSpPr/>
          <p:nvPr/>
        </p:nvSpPr>
        <p:spPr>
          <a:xfrm>
            <a:off x="2570181" y="2075412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7BE1D2-46B7-EC27-A40E-A95879BD7D8A}"/>
              </a:ext>
            </a:extLst>
          </p:cNvPr>
          <p:cNvSpPr/>
          <p:nvPr/>
        </p:nvSpPr>
        <p:spPr>
          <a:xfrm>
            <a:off x="7343745" y="3091973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E8FFDA-26EA-070F-971B-A79F8293FEBF}"/>
              </a:ext>
            </a:extLst>
          </p:cNvPr>
          <p:cNvSpPr txBox="1"/>
          <p:nvPr/>
        </p:nvSpPr>
        <p:spPr>
          <a:xfrm>
            <a:off x="3296114" y="242848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A58BB6-A62A-3EE4-C3F1-E5C6DFFC6273}"/>
              </a:ext>
            </a:extLst>
          </p:cNvPr>
          <p:cNvSpPr txBox="1"/>
          <p:nvPr/>
        </p:nvSpPr>
        <p:spPr>
          <a:xfrm>
            <a:off x="8072135" y="343758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- 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CF6D6C-B3F8-B3CE-E9D8-3B0F726AC1B0}"/>
              </a:ext>
            </a:extLst>
          </p:cNvPr>
          <p:cNvSpPr txBox="1"/>
          <p:nvPr/>
        </p:nvSpPr>
        <p:spPr>
          <a:xfrm>
            <a:off x="4855464" y="1973033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589 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425A20C-9A55-1B0A-91C4-D4DCE8C28FD3}"/>
              </a:ext>
            </a:extLst>
          </p:cNvPr>
          <p:cNvCxnSpPr/>
          <p:nvPr/>
        </p:nvCxnSpPr>
        <p:spPr>
          <a:xfrm flipV="1">
            <a:off x="4455362" y="2293093"/>
            <a:ext cx="557784" cy="270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728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75CE03-5240-495B-21D2-BE843D35D345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79FB29-A1A5-A7CA-6AB3-96465D95E7B3}"/>
              </a:ext>
            </a:extLst>
          </p:cNvPr>
          <p:cNvCxnSpPr>
            <a:cxnSpLocks/>
          </p:cNvCxnSpPr>
          <p:nvPr/>
        </p:nvCxnSpPr>
        <p:spPr>
          <a:xfrm>
            <a:off x="2571136" y="2523744"/>
            <a:ext cx="0" cy="12519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1C9A3D-B280-F3B7-2AFC-9FC5C98687C9}"/>
              </a:ext>
            </a:extLst>
          </p:cNvPr>
          <p:cNvCxnSpPr>
            <a:cxnSpLocks/>
          </p:cNvCxnSpPr>
          <p:nvPr/>
        </p:nvCxnSpPr>
        <p:spPr>
          <a:xfrm>
            <a:off x="9247239" y="2451001"/>
            <a:ext cx="0" cy="13246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2BB38-B87A-EEDF-5AE4-DF254729F0CF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656C2D-719A-0C4D-78B5-E041E31D89FD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0E24AA-3295-0F11-A99A-D342ED43B229}"/>
              </a:ext>
            </a:extLst>
          </p:cNvPr>
          <p:cNvSpPr txBox="1"/>
          <p:nvPr/>
        </p:nvSpPr>
        <p:spPr>
          <a:xfrm>
            <a:off x="2409720" y="440699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2CA350-ED46-8877-B67C-E49B1EEC9165}"/>
              </a:ext>
            </a:extLst>
          </p:cNvPr>
          <p:cNvSpPr txBox="1"/>
          <p:nvPr/>
        </p:nvSpPr>
        <p:spPr>
          <a:xfrm>
            <a:off x="4301781" y="440699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14B149-5295-36EE-DFCC-477184F64433}"/>
              </a:ext>
            </a:extLst>
          </p:cNvPr>
          <p:cNvSpPr txBox="1"/>
          <p:nvPr/>
        </p:nvSpPr>
        <p:spPr>
          <a:xfrm>
            <a:off x="7171261" y="4406999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7D1A51-394A-13EC-C738-0FF38990C375}"/>
              </a:ext>
            </a:extLst>
          </p:cNvPr>
          <p:cNvSpPr txBox="1"/>
          <p:nvPr/>
        </p:nvSpPr>
        <p:spPr>
          <a:xfrm>
            <a:off x="9069872" y="440699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40605C-9341-EBF9-1B91-99278F6CB709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7CC7B2-D389-BE67-F87D-F98FC79E12CC}"/>
              </a:ext>
            </a:extLst>
          </p:cNvPr>
          <p:cNvSpPr txBox="1"/>
          <p:nvPr/>
        </p:nvSpPr>
        <p:spPr>
          <a:xfrm>
            <a:off x="1482560" y="2694079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Mz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745450-0FAC-4CC3-CF41-7EAB26AD4435}"/>
              </a:ext>
            </a:extLst>
          </p:cNvPr>
          <p:cNvSpPr/>
          <p:nvPr/>
        </p:nvSpPr>
        <p:spPr>
          <a:xfrm flipV="1">
            <a:off x="4463845" y="3097702"/>
            <a:ext cx="2880100" cy="1251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816EC0-B459-3B35-4978-F86D60F06738}"/>
              </a:ext>
            </a:extLst>
          </p:cNvPr>
          <p:cNvSpPr txBox="1"/>
          <p:nvPr/>
        </p:nvSpPr>
        <p:spPr>
          <a:xfrm>
            <a:off x="5632725" y="360376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0B118C-539E-C6DA-CA8B-E8602573557C}"/>
              </a:ext>
            </a:extLst>
          </p:cNvPr>
          <p:cNvSpPr txBox="1"/>
          <p:nvPr/>
        </p:nvSpPr>
        <p:spPr>
          <a:xfrm>
            <a:off x="2612498" y="2397464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60 mm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7A5CD3-3A8F-5789-D746-6C7553824452}"/>
              </a:ext>
            </a:extLst>
          </p:cNvPr>
          <p:cNvCxnSpPr>
            <a:cxnSpLocks/>
          </p:cNvCxnSpPr>
          <p:nvPr/>
        </p:nvCxnSpPr>
        <p:spPr>
          <a:xfrm flipV="1">
            <a:off x="3602736" y="2800536"/>
            <a:ext cx="495694" cy="565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3310AC1-98A5-7E66-40C9-495A7EB440E4}"/>
              </a:ext>
            </a:extLst>
          </p:cNvPr>
          <p:cNvCxnSpPr>
            <a:stCxn id="13" idx="1"/>
          </p:cNvCxnSpPr>
          <p:nvPr/>
        </p:nvCxnSpPr>
        <p:spPr>
          <a:xfrm>
            <a:off x="2553936" y="3104103"/>
            <a:ext cx="1909909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D6E5163-A58A-10E2-926B-1FA35B3CBF12}"/>
              </a:ext>
            </a:extLst>
          </p:cNvPr>
          <p:cNvCxnSpPr>
            <a:stCxn id="13" idx="3"/>
          </p:cNvCxnSpPr>
          <p:nvPr/>
        </p:nvCxnSpPr>
        <p:spPr>
          <a:xfrm flipH="1">
            <a:off x="7343945" y="3104103"/>
            <a:ext cx="1903294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1F47E99-46FF-4F44-1417-1B53A0F89186}"/>
              </a:ext>
            </a:extLst>
          </p:cNvPr>
          <p:cNvCxnSpPr>
            <a:cxnSpLocks/>
          </p:cNvCxnSpPr>
          <p:nvPr/>
        </p:nvCxnSpPr>
        <p:spPr>
          <a:xfrm>
            <a:off x="3602736" y="2642616"/>
            <a:ext cx="0" cy="11795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6123144-0F6A-3F8A-25AB-E9D513446C53}"/>
              </a:ext>
            </a:extLst>
          </p:cNvPr>
          <p:cNvCxnSpPr>
            <a:cxnSpLocks/>
          </p:cNvCxnSpPr>
          <p:nvPr/>
        </p:nvCxnSpPr>
        <p:spPr>
          <a:xfrm flipV="1">
            <a:off x="2570181" y="2759032"/>
            <a:ext cx="1008721" cy="77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712DEA4-98F9-D234-B6C3-62DDBFD4220A}"/>
              </a:ext>
            </a:extLst>
          </p:cNvPr>
          <p:cNvSpPr txBox="1"/>
          <p:nvPr/>
        </p:nvSpPr>
        <p:spPr>
          <a:xfrm>
            <a:off x="5402648" y="2504237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85.405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E66DC96-A7C6-0466-A888-0B4131352D43}"/>
              </a:ext>
            </a:extLst>
          </p:cNvPr>
          <p:cNvCxnSpPr>
            <a:cxnSpLocks/>
          </p:cNvCxnSpPr>
          <p:nvPr/>
        </p:nvCxnSpPr>
        <p:spPr>
          <a:xfrm>
            <a:off x="3602736" y="3104103"/>
            <a:ext cx="0" cy="67156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0FA15B6-B9F4-6AFF-430D-CFB65A735506}"/>
              </a:ext>
            </a:extLst>
          </p:cNvPr>
          <p:cNvCxnSpPr>
            <a:cxnSpLocks/>
          </p:cNvCxnSpPr>
          <p:nvPr/>
        </p:nvCxnSpPr>
        <p:spPr>
          <a:xfrm flipV="1">
            <a:off x="4474431" y="2873569"/>
            <a:ext cx="1158294" cy="5054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4ECD276-D2C8-5581-15CE-20F0CA0EB94A}"/>
              </a:ext>
            </a:extLst>
          </p:cNvPr>
          <p:cNvSpPr txBox="1"/>
          <p:nvPr/>
        </p:nvSpPr>
        <p:spPr>
          <a:xfrm>
            <a:off x="3767594" y="2447036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35.34 </a:t>
            </a:r>
            <a:r>
              <a:rPr lang="en-US" err="1"/>
              <a:t>N.m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08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DC3728-78D8-AAD5-C815-2B90A3BDD8B8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1AC863-52A5-95FC-C41C-A03F5F87A764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347143-E8EE-F6E5-120D-FBC502C945CD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200A49-2FB6-F790-FC92-44C9FAE0F2C6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DF2AE8-1430-3C45-FBCE-93A3E4551654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C1EA32-16E7-E379-C084-F0D983C8C71D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BCEB5370-7AC8-7A52-FDC8-ACCD9E8022CA}"/>
              </a:ext>
            </a:extLst>
          </p:cNvPr>
          <p:cNvSpPr/>
          <p:nvPr/>
        </p:nvSpPr>
        <p:spPr>
          <a:xfrm>
            <a:off x="4347834" y="2174744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6478200-01BA-F568-4E15-9355990915E7}"/>
              </a:ext>
            </a:extLst>
          </p:cNvPr>
          <p:cNvSpPr/>
          <p:nvPr/>
        </p:nvSpPr>
        <p:spPr>
          <a:xfrm>
            <a:off x="7223018" y="217606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05209E-A138-0056-E9E6-2630494B856D}"/>
              </a:ext>
            </a:extLst>
          </p:cNvPr>
          <p:cNvCxnSpPr>
            <a:cxnSpLocks/>
          </p:cNvCxnSpPr>
          <p:nvPr/>
        </p:nvCxnSpPr>
        <p:spPr>
          <a:xfrm flipV="1">
            <a:off x="10243676" y="3796407"/>
            <a:ext cx="0" cy="410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0399AF-8BF5-11CC-5161-72C9676C8DB1}"/>
              </a:ext>
            </a:extLst>
          </p:cNvPr>
          <p:cNvCxnSpPr>
            <a:cxnSpLocks/>
          </p:cNvCxnSpPr>
          <p:nvPr/>
        </p:nvCxnSpPr>
        <p:spPr>
          <a:xfrm>
            <a:off x="10243676" y="4207217"/>
            <a:ext cx="40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0B7599-BC51-CEB2-BD70-C085E7F4EC4F}"/>
              </a:ext>
            </a:extLst>
          </p:cNvPr>
          <p:cNvSpPr txBox="1"/>
          <p:nvPr/>
        </p:nvSpPr>
        <p:spPr>
          <a:xfrm>
            <a:off x="10099245" y="3391615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AAE329-B828-DAFB-A9B7-DD8A2CF9E8FA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191BCA-E4A1-B2DC-1B36-B6EE95304B38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D56C75-474F-823D-7657-9688C35EE421}"/>
              </a:ext>
            </a:extLst>
          </p:cNvPr>
          <p:cNvSpPr txBox="1"/>
          <p:nvPr/>
        </p:nvSpPr>
        <p:spPr>
          <a:xfrm>
            <a:off x="7171462" y="400181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629038-503D-BC10-922F-5854F7F5D017}"/>
              </a:ext>
            </a:extLst>
          </p:cNvPr>
          <p:cNvSpPr txBox="1"/>
          <p:nvPr/>
        </p:nvSpPr>
        <p:spPr>
          <a:xfrm>
            <a:off x="9072570" y="400181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F3D43A-9666-05C4-558E-A6C6228F72FE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9D20B3-7543-576A-2CC7-54D82D8C176A}"/>
              </a:ext>
            </a:extLst>
          </p:cNvPr>
          <p:cNvSpPr txBox="1"/>
          <p:nvPr/>
        </p:nvSpPr>
        <p:spPr>
          <a:xfrm>
            <a:off x="10704222" y="400181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02C94AB5-0272-3F94-9B4B-E014A754F4A5}"/>
              </a:ext>
            </a:extLst>
          </p:cNvPr>
          <p:cNvSpPr/>
          <p:nvPr/>
        </p:nvSpPr>
        <p:spPr>
          <a:xfrm rot="10800000">
            <a:off x="2443586" y="220234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49D12C53-3B49-E229-79FE-DC1360E7148B}"/>
              </a:ext>
            </a:extLst>
          </p:cNvPr>
          <p:cNvSpPr/>
          <p:nvPr/>
        </p:nvSpPr>
        <p:spPr>
          <a:xfrm rot="10800000">
            <a:off x="9117657" y="2193032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7467BB-5083-4C10-6818-4404CB1017FA}"/>
                  </a:ext>
                </a:extLst>
              </p:cNvPr>
              <p:cNvSpPr txBox="1"/>
              <p:nvPr/>
            </p:nvSpPr>
            <p:spPr>
              <a:xfrm>
                <a:off x="3976827" y="1559601"/>
                <a:ext cx="1458989" cy="463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cos(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)sin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7467BB-5083-4C10-6818-4404CB101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827" y="1559601"/>
                <a:ext cx="1458989" cy="463525"/>
              </a:xfrm>
              <a:prstGeom prst="rect">
                <a:avLst/>
              </a:prstGeom>
              <a:blipFill>
                <a:blip r:embed="rId2"/>
                <a:stretch>
                  <a:fillRect r="-9167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CFEADB-815D-D989-A526-16D43A08B8CE}"/>
                  </a:ext>
                </a:extLst>
              </p:cNvPr>
              <p:cNvSpPr txBox="1"/>
              <p:nvPr/>
            </p:nvSpPr>
            <p:spPr>
              <a:xfrm>
                <a:off x="9620924" y="2192998"/>
                <a:ext cx="3759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𝐹𝑡𝑡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CFEADB-815D-D989-A526-16D43A08B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924" y="2192998"/>
                <a:ext cx="375937" cy="310598"/>
              </a:xfrm>
              <a:prstGeom prst="rect">
                <a:avLst/>
              </a:prstGeom>
              <a:blipFill>
                <a:blip r:embed="rId3"/>
                <a:stretch>
                  <a:fillRect l="-14516" r="-14516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F70450F-A20E-9B1C-31AA-66856256A721}"/>
                  </a:ext>
                </a:extLst>
              </p:cNvPr>
              <p:cNvSpPr txBox="1"/>
              <p:nvPr/>
            </p:nvSpPr>
            <p:spPr>
              <a:xfrm>
                <a:off x="1795435" y="2182117"/>
                <a:ext cx="37593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𝐹𝑡𝑡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F70450F-A20E-9B1C-31AA-66856256A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35" y="2182117"/>
                <a:ext cx="375937" cy="310598"/>
              </a:xfrm>
              <a:prstGeom prst="rect">
                <a:avLst/>
              </a:prstGeom>
              <a:blipFill>
                <a:blip r:embed="rId4"/>
                <a:stretch>
                  <a:fillRect l="-16393" r="-14754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2F503B1-0821-CDE8-9C31-EF1454FCC646}"/>
                  </a:ext>
                </a:extLst>
              </p:cNvPr>
              <p:cNvSpPr txBox="1"/>
              <p:nvPr/>
            </p:nvSpPr>
            <p:spPr>
              <a:xfrm>
                <a:off x="6846340" y="1608710"/>
                <a:ext cx="1458989" cy="463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cos(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)sin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2F503B1-0821-CDE8-9C31-EF1454FCC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340" y="1608710"/>
                <a:ext cx="1458989" cy="463525"/>
              </a:xfrm>
              <a:prstGeom prst="rect">
                <a:avLst/>
              </a:prstGeom>
              <a:blipFill>
                <a:blip r:embed="rId5"/>
                <a:stretch>
                  <a:fillRect r="-962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15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325D1D-1404-5C19-161D-2BB7686AB79A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8D5B8E-1D50-E9B8-900D-7BA28BA5CB1E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CDCEAF-1F07-D881-2B68-A671B905DE1B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3291B0-5C8D-F75A-DD64-B304D6841769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56578A-AF5D-DE6C-582E-0871C4889D85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69EE75-2514-5E57-0810-626CCB387465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5234C-E759-92E5-C37D-90AA78041E0A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6F40F0-0390-0BC0-46DB-52A429896915}"/>
              </a:ext>
            </a:extLst>
          </p:cNvPr>
          <p:cNvSpPr txBox="1"/>
          <p:nvPr/>
        </p:nvSpPr>
        <p:spPr>
          <a:xfrm>
            <a:off x="7171262" y="40759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67814C-6053-6EBD-0528-959F24E16E32}"/>
              </a:ext>
            </a:extLst>
          </p:cNvPr>
          <p:cNvSpPr txBox="1"/>
          <p:nvPr/>
        </p:nvSpPr>
        <p:spPr>
          <a:xfrm>
            <a:off x="9069873" y="40759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A43BBB-9FAF-0B68-2B02-0BB36AC9F492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685982-6F50-F1E9-803C-AA95F0C84D4C}"/>
              </a:ext>
            </a:extLst>
          </p:cNvPr>
          <p:cNvSpPr txBox="1"/>
          <p:nvPr/>
        </p:nvSpPr>
        <p:spPr>
          <a:xfrm>
            <a:off x="1482560" y="2694079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Fz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27ACA3-F1BF-AEA1-A7D4-375EB287BEA1}"/>
              </a:ext>
            </a:extLst>
          </p:cNvPr>
          <p:cNvSpPr/>
          <p:nvPr/>
        </p:nvSpPr>
        <p:spPr>
          <a:xfrm>
            <a:off x="2570181" y="2075412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8C5C4B-2821-D159-C99E-FBD8A6B608C1}"/>
              </a:ext>
            </a:extLst>
          </p:cNvPr>
          <p:cNvSpPr/>
          <p:nvPr/>
        </p:nvSpPr>
        <p:spPr>
          <a:xfrm>
            <a:off x="7343745" y="3091973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0EFEEB-BB58-C99C-5839-3AF05D110060}"/>
              </a:ext>
            </a:extLst>
          </p:cNvPr>
          <p:cNvSpPr txBox="1"/>
          <p:nvPr/>
        </p:nvSpPr>
        <p:spPr>
          <a:xfrm>
            <a:off x="3296114" y="242848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FD3E3D-ECBD-A386-5C8F-A5B6EA6D7EEE}"/>
              </a:ext>
            </a:extLst>
          </p:cNvPr>
          <p:cNvSpPr txBox="1"/>
          <p:nvPr/>
        </p:nvSpPr>
        <p:spPr>
          <a:xfrm>
            <a:off x="8072135" y="343758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-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8AF370-54D5-903D-48CD-F9E90327E494}"/>
              </a:ext>
            </a:extLst>
          </p:cNvPr>
          <p:cNvSpPr txBox="1"/>
          <p:nvPr/>
        </p:nvSpPr>
        <p:spPr>
          <a:xfrm>
            <a:off x="4855464" y="1973033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191 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A1C0A7-BBD9-4BE5-0E1D-25E2874F00D7}"/>
              </a:ext>
            </a:extLst>
          </p:cNvPr>
          <p:cNvCxnSpPr/>
          <p:nvPr/>
        </p:nvCxnSpPr>
        <p:spPr>
          <a:xfrm flipV="1">
            <a:off x="4455362" y="2293093"/>
            <a:ext cx="557784" cy="270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363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19BDC8-2C48-E7DB-77E2-BBA11459B68C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F0EFE9-6E99-DBB7-E7B4-39CEBFE97A1A}"/>
              </a:ext>
            </a:extLst>
          </p:cNvPr>
          <p:cNvCxnSpPr>
            <a:cxnSpLocks/>
          </p:cNvCxnSpPr>
          <p:nvPr/>
        </p:nvCxnSpPr>
        <p:spPr>
          <a:xfrm>
            <a:off x="2571136" y="2523744"/>
            <a:ext cx="0" cy="12519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D37AD7-CA0B-01AB-E0C7-B93383C1D76B}"/>
              </a:ext>
            </a:extLst>
          </p:cNvPr>
          <p:cNvCxnSpPr>
            <a:cxnSpLocks/>
          </p:cNvCxnSpPr>
          <p:nvPr/>
        </p:nvCxnSpPr>
        <p:spPr>
          <a:xfrm>
            <a:off x="9247239" y="2451001"/>
            <a:ext cx="0" cy="13246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19BBC0-C705-66A9-7F3C-8911629928AC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BE6E64-87F4-966C-AB94-E1AF1F72D365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32DD44-E33A-BBA6-DCC1-2A828F7E3476}"/>
              </a:ext>
            </a:extLst>
          </p:cNvPr>
          <p:cNvSpPr txBox="1"/>
          <p:nvPr/>
        </p:nvSpPr>
        <p:spPr>
          <a:xfrm>
            <a:off x="2409720" y="440699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D52EA0-ADE0-E619-1A1F-6271928AFC28}"/>
              </a:ext>
            </a:extLst>
          </p:cNvPr>
          <p:cNvSpPr txBox="1"/>
          <p:nvPr/>
        </p:nvSpPr>
        <p:spPr>
          <a:xfrm>
            <a:off x="4301781" y="440699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6B77F3-71D9-5B94-2251-EAAA893B910C}"/>
              </a:ext>
            </a:extLst>
          </p:cNvPr>
          <p:cNvSpPr txBox="1"/>
          <p:nvPr/>
        </p:nvSpPr>
        <p:spPr>
          <a:xfrm>
            <a:off x="7171261" y="4406999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8561DB-C647-FFB2-6A89-B2151E090F83}"/>
              </a:ext>
            </a:extLst>
          </p:cNvPr>
          <p:cNvSpPr txBox="1"/>
          <p:nvPr/>
        </p:nvSpPr>
        <p:spPr>
          <a:xfrm>
            <a:off x="9069872" y="440699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47A641-D1C7-45D9-3B68-9EBEA4191DBF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555182-3A21-B42F-E670-92B81532DDAD}"/>
              </a:ext>
            </a:extLst>
          </p:cNvPr>
          <p:cNvSpPr txBox="1"/>
          <p:nvPr/>
        </p:nvSpPr>
        <p:spPr>
          <a:xfrm>
            <a:off x="1482560" y="2694079"/>
            <a:ext cx="472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6F51B-B67B-47F7-3D3C-1EA5E61086F6}"/>
              </a:ext>
            </a:extLst>
          </p:cNvPr>
          <p:cNvSpPr/>
          <p:nvPr/>
        </p:nvSpPr>
        <p:spPr>
          <a:xfrm flipV="1">
            <a:off x="4463845" y="3097702"/>
            <a:ext cx="2880100" cy="1251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B81D7D-7E5A-F1AC-782E-6E6F2434B9BB}"/>
              </a:ext>
            </a:extLst>
          </p:cNvPr>
          <p:cNvSpPr txBox="1"/>
          <p:nvPr/>
        </p:nvSpPr>
        <p:spPr>
          <a:xfrm>
            <a:off x="5632725" y="360376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46B7BF-CEA5-35FE-BFF8-E406FBB5B00E}"/>
              </a:ext>
            </a:extLst>
          </p:cNvPr>
          <p:cNvSpPr txBox="1"/>
          <p:nvPr/>
        </p:nvSpPr>
        <p:spPr>
          <a:xfrm>
            <a:off x="2612498" y="2397464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60 mm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1005E7-7D06-DD23-3A90-AEFD74FC5263}"/>
              </a:ext>
            </a:extLst>
          </p:cNvPr>
          <p:cNvCxnSpPr>
            <a:cxnSpLocks/>
          </p:cNvCxnSpPr>
          <p:nvPr/>
        </p:nvCxnSpPr>
        <p:spPr>
          <a:xfrm flipV="1">
            <a:off x="3602736" y="2800536"/>
            <a:ext cx="495694" cy="565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A59BA4-8179-B6CE-2EF7-601A51360975}"/>
              </a:ext>
            </a:extLst>
          </p:cNvPr>
          <p:cNvCxnSpPr>
            <a:stCxn id="13" idx="1"/>
          </p:cNvCxnSpPr>
          <p:nvPr/>
        </p:nvCxnSpPr>
        <p:spPr>
          <a:xfrm>
            <a:off x="2553936" y="3104103"/>
            <a:ext cx="1909909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1D280E-30AA-DD42-F626-5F51E4D69E06}"/>
              </a:ext>
            </a:extLst>
          </p:cNvPr>
          <p:cNvCxnSpPr>
            <a:stCxn id="13" idx="3"/>
          </p:cNvCxnSpPr>
          <p:nvPr/>
        </p:nvCxnSpPr>
        <p:spPr>
          <a:xfrm flipH="1">
            <a:off x="7343945" y="3104103"/>
            <a:ext cx="1903294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09571E-D201-679E-9823-ABA16C8FCA87}"/>
              </a:ext>
            </a:extLst>
          </p:cNvPr>
          <p:cNvCxnSpPr>
            <a:cxnSpLocks/>
          </p:cNvCxnSpPr>
          <p:nvPr/>
        </p:nvCxnSpPr>
        <p:spPr>
          <a:xfrm>
            <a:off x="3602736" y="2642616"/>
            <a:ext cx="0" cy="11795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5B9DD48-8FDB-0AB9-9471-E813D10906AA}"/>
              </a:ext>
            </a:extLst>
          </p:cNvPr>
          <p:cNvCxnSpPr>
            <a:cxnSpLocks/>
          </p:cNvCxnSpPr>
          <p:nvPr/>
        </p:nvCxnSpPr>
        <p:spPr>
          <a:xfrm flipV="1">
            <a:off x="2570181" y="2759032"/>
            <a:ext cx="1008721" cy="77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B33F898-BE36-67A6-BDE6-5598749DF33F}"/>
              </a:ext>
            </a:extLst>
          </p:cNvPr>
          <p:cNvSpPr txBox="1"/>
          <p:nvPr/>
        </p:nvSpPr>
        <p:spPr>
          <a:xfrm>
            <a:off x="5402648" y="2504237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27.7 N</a:t>
            </a:r>
            <a:r>
              <a:rPr lang="en-US" err="1"/>
              <a:t>.m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B27F46-D61D-4DE0-065A-B35278266D4F}"/>
              </a:ext>
            </a:extLst>
          </p:cNvPr>
          <p:cNvCxnSpPr>
            <a:cxnSpLocks/>
          </p:cNvCxnSpPr>
          <p:nvPr/>
        </p:nvCxnSpPr>
        <p:spPr>
          <a:xfrm>
            <a:off x="3602736" y="3104103"/>
            <a:ext cx="0" cy="67156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7E42CB4-32F3-02EE-2A38-ABF37222DAAB}"/>
              </a:ext>
            </a:extLst>
          </p:cNvPr>
          <p:cNvCxnSpPr>
            <a:cxnSpLocks/>
          </p:cNvCxnSpPr>
          <p:nvPr/>
        </p:nvCxnSpPr>
        <p:spPr>
          <a:xfrm flipV="1">
            <a:off x="4474431" y="2873569"/>
            <a:ext cx="1158294" cy="5054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81BC852-DB31-E436-6FED-3E9AD06557EE}"/>
              </a:ext>
            </a:extLst>
          </p:cNvPr>
          <p:cNvSpPr txBox="1"/>
          <p:nvPr/>
        </p:nvSpPr>
        <p:spPr>
          <a:xfrm>
            <a:off x="3767594" y="2447036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11.46 </a:t>
            </a:r>
            <a:r>
              <a:rPr lang="en-US" err="1"/>
              <a:t>N.m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68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C0332E-9E15-26A0-137D-ED2B267A54D1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0EC0D5-AD48-07EB-7F79-21C711825F68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F57242-177E-AB85-23E0-17D6B5E4B1DC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5C21AD-AB64-166F-8EF6-2DE34090C901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2C27B2-FBD6-9798-BACE-ED5930ECCC25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021DB6-C319-D6FB-B3D5-70C6F3A5F255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808A9-F19D-F4B1-3590-8D3840A5E98A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DA2C8B-F23F-F2BE-C458-7A5D30A013E1}"/>
              </a:ext>
            </a:extLst>
          </p:cNvPr>
          <p:cNvSpPr txBox="1"/>
          <p:nvPr/>
        </p:nvSpPr>
        <p:spPr>
          <a:xfrm>
            <a:off x="7171262" y="40759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876219-C4FA-3E95-DF69-05A9872CA984}"/>
              </a:ext>
            </a:extLst>
          </p:cNvPr>
          <p:cNvSpPr txBox="1"/>
          <p:nvPr/>
        </p:nvSpPr>
        <p:spPr>
          <a:xfrm>
            <a:off x="9069873" y="40759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620C05-9A62-76E7-1699-C48F101E1C8A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F91241-89AD-7AD4-5C40-6ADFC7B14D04}"/>
              </a:ext>
            </a:extLst>
          </p:cNvPr>
          <p:cNvSpPr txBox="1"/>
          <p:nvPr/>
        </p:nvSpPr>
        <p:spPr>
          <a:xfrm>
            <a:off x="1482560" y="2694079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56F9A1-48FB-C048-8FDB-CEA10C46B664}"/>
              </a:ext>
            </a:extLst>
          </p:cNvPr>
          <p:cNvSpPr/>
          <p:nvPr/>
        </p:nvSpPr>
        <p:spPr>
          <a:xfrm>
            <a:off x="2570181" y="2075412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8A8E4A-C4E2-509A-05A9-F0963B2A09EB}"/>
              </a:ext>
            </a:extLst>
          </p:cNvPr>
          <p:cNvSpPr/>
          <p:nvPr/>
        </p:nvSpPr>
        <p:spPr>
          <a:xfrm>
            <a:off x="7343745" y="3091973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AD6AE-288D-EBDF-D5E3-38F9C03CB227}"/>
              </a:ext>
            </a:extLst>
          </p:cNvPr>
          <p:cNvSpPr txBox="1"/>
          <p:nvPr/>
        </p:nvSpPr>
        <p:spPr>
          <a:xfrm>
            <a:off x="3296114" y="242848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87B847-9DA6-19DA-41C1-80B8CDCFADE2}"/>
              </a:ext>
            </a:extLst>
          </p:cNvPr>
          <p:cNvSpPr txBox="1"/>
          <p:nvPr/>
        </p:nvSpPr>
        <p:spPr>
          <a:xfrm>
            <a:off x="8072135" y="343758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-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72B45E-B690-ACB5-3C9A-695651E3344D}"/>
              </a:ext>
            </a:extLst>
          </p:cNvPr>
          <p:cNvSpPr txBox="1"/>
          <p:nvPr/>
        </p:nvSpPr>
        <p:spPr>
          <a:xfrm>
            <a:off x="4855464" y="1973033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7.56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6ECFBF-68C3-2763-2757-96972D342F0E}"/>
              </a:ext>
            </a:extLst>
          </p:cNvPr>
          <p:cNvCxnSpPr/>
          <p:nvPr/>
        </p:nvCxnSpPr>
        <p:spPr>
          <a:xfrm flipV="1">
            <a:off x="4455362" y="2293093"/>
            <a:ext cx="557784" cy="270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8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EBCEFB-122A-23D9-AD4B-7096920F4644}"/>
              </a:ext>
            </a:extLst>
          </p:cNvPr>
          <p:cNvSpPr/>
          <p:nvPr/>
        </p:nvSpPr>
        <p:spPr>
          <a:xfrm>
            <a:off x="8839200" y="2148348"/>
            <a:ext cx="816078" cy="19074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AEF039-C831-DAA3-685C-B17B8669848B}"/>
              </a:ext>
            </a:extLst>
          </p:cNvPr>
          <p:cNvSpPr/>
          <p:nvPr/>
        </p:nvSpPr>
        <p:spPr>
          <a:xfrm>
            <a:off x="2163097" y="2148348"/>
            <a:ext cx="816078" cy="19074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977CF2-D6D4-4480-4762-BCE77E6A5909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557D29-E3C5-3D0D-1F30-F7E2959BEBD7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470798-6572-45D1-C882-BE568BCEC4E5}"/>
              </a:ext>
            </a:extLst>
          </p:cNvPr>
          <p:cNvSpPr/>
          <p:nvPr/>
        </p:nvSpPr>
        <p:spPr>
          <a:xfrm>
            <a:off x="3215153" y="2880852"/>
            <a:ext cx="5388069" cy="4719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A53976-46D9-F109-2F65-023B4998D512}"/>
              </a:ext>
            </a:extLst>
          </p:cNvPr>
          <p:cNvSpPr/>
          <p:nvPr/>
        </p:nvSpPr>
        <p:spPr>
          <a:xfrm>
            <a:off x="2979175" y="3000066"/>
            <a:ext cx="235977" cy="2040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CAFB5-63A5-CDDB-E82A-36AF1F3332F1}"/>
              </a:ext>
            </a:extLst>
          </p:cNvPr>
          <p:cNvSpPr/>
          <p:nvPr/>
        </p:nvSpPr>
        <p:spPr>
          <a:xfrm>
            <a:off x="8603222" y="3000066"/>
            <a:ext cx="235977" cy="2040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AA55BF-69E3-7C59-86FA-3DFDEC475FA0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380508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10E107-C22B-FF72-878C-BC34D599C9FE}"/>
              </a:ext>
            </a:extLst>
          </p:cNvPr>
          <p:cNvCxnSpPr>
            <a:cxnSpLocks/>
          </p:cNvCxnSpPr>
          <p:nvPr/>
        </p:nvCxnSpPr>
        <p:spPr>
          <a:xfrm>
            <a:off x="9257072" y="1612490"/>
            <a:ext cx="0" cy="380508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85C00F-05F2-1898-E6B6-A6564E1065D8}"/>
              </a:ext>
            </a:extLst>
          </p:cNvPr>
          <p:cNvCxnSpPr/>
          <p:nvPr/>
        </p:nvCxnSpPr>
        <p:spPr>
          <a:xfrm>
            <a:off x="2571136" y="4778477"/>
            <a:ext cx="1892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04C6F9-1359-1EA1-57BE-4200C88D2940}"/>
              </a:ext>
            </a:extLst>
          </p:cNvPr>
          <p:cNvCxnSpPr/>
          <p:nvPr/>
        </p:nvCxnSpPr>
        <p:spPr>
          <a:xfrm>
            <a:off x="7354530" y="4778477"/>
            <a:ext cx="1892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30DDAE-DBE3-955B-14B0-B137C11E98B5}"/>
              </a:ext>
            </a:extLst>
          </p:cNvPr>
          <p:cNvCxnSpPr/>
          <p:nvPr/>
        </p:nvCxnSpPr>
        <p:spPr>
          <a:xfrm>
            <a:off x="4463845" y="4778477"/>
            <a:ext cx="28906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EFB12E-64DA-0F55-B7ED-5816B7C3BB4E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242365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F172C4-807D-7F08-232C-6B16F7E24ECF}"/>
              </a:ext>
            </a:extLst>
          </p:cNvPr>
          <p:cNvCxnSpPr>
            <a:cxnSpLocks/>
          </p:cNvCxnSpPr>
          <p:nvPr/>
        </p:nvCxnSpPr>
        <p:spPr>
          <a:xfrm>
            <a:off x="7349614" y="3102077"/>
            <a:ext cx="0" cy="242365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Arrow: Down 17">
            <a:extLst>
              <a:ext uri="{FF2B5EF4-FFF2-40B4-BE49-F238E27FC236}">
                <a16:creationId xmlns:a16="http://schemas.microsoft.com/office/drawing/2014/main" id="{BF672BC7-B972-7A02-B287-9741B0F9492A}"/>
              </a:ext>
            </a:extLst>
          </p:cNvPr>
          <p:cNvSpPr/>
          <p:nvPr/>
        </p:nvSpPr>
        <p:spPr>
          <a:xfrm>
            <a:off x="4355701" y="1292941"/>
            <a:ext cx="226132" cy="155841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991AAF-BC64-6D39-8AB2-7A4E12883A55}"/>
              </a:ext>
            </a:extLst>
          </p:cNvPr>
          <p:cNvCxnSpPr>
            <a:cxnSpLocks/>
          </p:cNvCxnSpPr>
          <p:nvPr/>
        </p:nvCxnSpPr>
        <p:spPr>
          <a:xfrm flipV="1">
            <a:off x="9846626" y="5724651"/>
            <a:ext cx="592394" cy="4768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73D1E0-C779-6EB3-4C3E-B764AB3E70B6}"/>
              </a:ext>
            </a:extLst>
          </p:cNvPr>
          <p:cNvCxnSpPr/>
          <p:nvPr/>
        </p:nvCxnSpPr>
        <p:spPr>
          <a:xfrm flipV="1">
            <a:off x="9846626" y="5405102"/>
            <a:ext cx="0" cy="796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96A1E7-C248-D7C3-E1EA-A7F1F1A0F5C0}"/>
              </a:ext>
            </a:extLst>
          </p:cNvPr>
          <p:cNvCxnSpPr>
            <a:cxnSpLocks/>
          </p:cNvCxnSpPr>
          <p:nvPr/>
        </p:nvCxnSpPr>
        <p:spPr>
          <a:xfrm>
            <a:off x="9846626" y="6201515"/>
            <a:ext cx="7890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Box 2">
            <a:extLst>
              <a:ext uri="{FF2B5EF4-FFF2-40B4-BE49-F238E27FC236}">
                <a16:creationId xmlns:a16="http://schemas.microsoft.com/office/drawing/2014/main" id="{0B403FD1-746A-2676-5444-06D18277F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766" y="4277281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145 mm</a:t>
            </a:r>
          </a:p>
        </p:txBody>
      </p:sp>
      <p:sp>
        <p:nvSpPr>
          <p:cNvPr id="30" name="Text Box 2">
            <a:extLst>
              <a:ext uri="{FF2B5EF4-FFF2-40B4-BE49-F238E27FC236}">
                <a16:creationId xmlns:a16="http://schemas.microsoft.com/office/drawing/2014/main" id="{318F60FB-674B-5204-C9CA-06C2419EB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000" y="4269906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145 mm</a:t>
            </a:r>
          </a:p>
        </p:txBody>
      </p:sp>
      <p:sp>
        <p:nvSpPr>
          <p:cNvPr id="31" name="Text Box 2">
            <a:extLst>
              <a:ext uri="{FF2B5EF4-FFF2-40B4-BE49-F238E27FC236}">
                <a16:creationId xmlns:a16="http://schemas.microsoft.com/office/drawing/2014/main" id="{E410A212-5326-0724-9287-F2FA24961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1760" y="4269905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290 </a:t>
            </a: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4FCF2D-344F-835C-4AED-C878C255DF23}"/>
              </a:ext>
            </a:extLst>
          </p:cNvPr>
          <p:cNvSpPr txBox="1"/>
          <p:nvPr/>
        </p:nvSpPr>
        <p:spPr>
          <a:xfrm>
            <a:off x="9557764" y="504855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EFA5FF-2A4B-0607-F1E8-9AAEFD351531}"/>
              </a:ext>
            </a:extLst>
          </p:cNvPr>
          <p:cNvSpPr txBox="1"/>
          <p:nvPr/>
        </p:nvSpPr>
        <p:spPr>
          <a:xfrm>
            <a:off x="10517836" y="614665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D7D882-ABA4-6439-FE32-96B331E55347}"/>
              </a:ext>
            </a:extLst>
          </p:cNvPr>
          <p:cNvSpPr txBox="1"/>
          <p:nvPr/>
        </p:nvSpPr>
        <p:spPr>
          <a:xfrm>
            <a:off x="10291518" y="538419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16CD16-5368-D133-E41C-4CEF49BAEAA7}"/>
              </a:ext>
            </a:extLst>
          </p:cNvPr>
          <p:cNvSpPr txBox="1"/>
          <p:nvPr/>
        </p:nvSpPr>
        <p:spPr>
          <a:xfrm>
            <a:off x="4147930" y="921150"/>
            <a:ext cx="82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120 kg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2C45ED-D03D-135F-71C3-08EFA9381370}"/>
              </a:ext>
            </a:extLst>
          </p:cNvPr>
          <p:cNvSpPr txBox="1"/>
          <p:nvPr/>
        </p:nvSpPr>
        <p:spPr>
          <a:xfrm>
            <a:off x="2376261" y="568089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800159-E89B-134E-8459-BB110F888AA8}"/>
              </a:ext>
            </a:extLst>
          </p:cNvPr>
          <p:cNvSpPr txBox="1"/>
          <p:nvPr/>
        </p:nvSpPr>
        <p:spPr>
          <a:xfrm>
            <a:off x="4301781" y="568089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53023-B187-9EBC-41CD-99D2144786A8}"/>
              </a:ext>
            </a:extLst>
          </p:cNvPr>
          <p:cNvSpPr txBox="1"/>
          <p:nvPr/>
        </p:nvSpPr>
        <p:spPr>
          <a:xfrm>
            <a:off x="7201711" y="56808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85E5E1-5731-0CA6-E394-A3332111EBC0}"/>
              </a:ext>
            </a:extLst>
          </p:cNvPr>
          <p:cNvSpPr txBox="1"/>
          <p:nvPr/>
        </p:nvSpPr>
        <p:spPr>
          <a:xfrm>
            <a:off x="9085390" y="56808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822015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255B5-1E91-9054-6E6B-FCCDC761CD18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FDA055-F1BA-840D-CB3E-30EF61A20F00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522D71-C309-B172-89C2-34497871DC3E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3A5931-F737-C219-7E49-24D238AE1687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1FD457-E91E-D81E-AE15-4ACCD8701FF8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473436-733E-E49D-D737-719A2E4247D8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79C87AB0-17AC-4A96-ACDF-581B1B4A98F5}"/>
              </a:ext>
            </a:extLst>
          </p:cNvPr>
          <p:cNvSpPr/>
          <p:nvPr/>
        </p:nvSpPr>
        <p:spPr>
          <a:xfrm>
            <a:off x="4347835" y="1779688"/>
            <a:ext cx="213862" cy="1270212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7E9B2D-6503-0EC1-9ED7-2F4F5E9F22F7}"/>
              </a:ext>
            </a:extLst>
          </p:cNvPr>
          <p:cNvCxnSpPr>
            <a:cxnSpLocks/>
          </p:cNvCxnSpPr>
          <p:nvPr/>
        </p:nvCxnSpPr>
        <p:spPr>
          <a:xfrm flipV="1">
            <a:off x="10243676" y="3796407"/>
            <a:ext cx="0" cy="410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2CC966-1062-90EA-8207-AE6E4C3A72A2}"/>
              </a:ext>
            </a:extLst>
          </p:cNvPr>
          <p:cNvCxnSpPr>
            <a:cxnSpLocks/>
          </p:cNvCxnSpPr>
          <p:nvPr/>
        </p:nvCxnSpPr>
        <p:spPr>
          <a:xfrm>
            <a:off x="10243676" y="4207217"/>
            <a:ext cx="40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5B6BABB-07C7-FB20-9084-6D4E2E443CFC}"/>
              </a:ext>
            </a:extLst>
          </p:cNvPr>
          <p:cNvSpPr txBox="1"/>
          <p:nvPr/>
        </p:nvSpPr>
        <p:spPr>
          <a:xfrm>
            <a:off x="10099245" y="339161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D4E49-D81D-ACEF-BDB9-D9BC8CD31E9B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4016EC-5BF1-9682-63DE-34740DEB8DBC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BB78B9-8131-1183-2FA7-5F12428113ED}"/>
              </a:ext>
            </a:extLst>
          </p:cNvPr>
          <p:cNvSpPr txBox="1"/>
          <p:nvPr/>
        </p:nvSpPr>
        <p:spPr>
          <a:xfrm>
            <a:off x="7171462" y="400181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80FD48-6EDB-168A-0D28-86F5325948AB}"/>
              </a:ext>
            </a:extLst>
          </p:cNvPr>
          <p:cNvSpPr txBox="1"/>
          <p:nvPr/>
        </p:nvSpPr>
        <p:spPr>
          <a:xfrm>
            <a:off x="9072570" y="400181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4B75FE-0C33-426C-99D2-8C5D1DE73DD5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ACECF6-01DF-0785-1465-06A54BB3E2C3}"/>
              </a:ext>
            </a:extLst>
          </p:cNvPr>
          <p:cNvSpPr txBox="1"/>
          <p:nvPr/>
        </p:nvSpPr>
        <p:spPr>
          <a:xfrm>
            <a:off x="10704222" y="400181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85215F19-F8B2-ED75-ACB2-8B41147F8B25}"/>
              </a:ext>
            </a:extLst>
          </p:cNvPr>
          <p:cNvSpPr/>
          <p:nvPr/>
        </p:nvSpPr>
        <p:spPr>
          <a:xfrm rot="10800000">
            <a:off x="2443586" y="220234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C658A8E8-EC74-607D-D7B8-68C1B555B9D7}"/>
              </a:ext>
            </a:extLst>
          </p:cNvPr>
          <p:cNvSpPr/>
          <p:nvPr/>
        </p:nvSpPr>
        <p:spPr>
          <a:xfrm rot="10800000">
            <a:off x="9121597" y="2696078"/>
            <a:ext cx="249250" cy="372109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50CCC6-7D6E-32B8-189F-9236552A75D6}"/>
                  </a:ext>
                </a:extLst>
              </p:cNvPr>
              <p:cNvSpPr txBox="1"/>
              <p:nvPr/>
            </p:nvSpPr>
            <p:spPr>
              <a:xfrm>
                <a:off x="4308642" y="1333922"/>
                <a:ext cx="317395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50CCC6-7D6E-32B8-189F-9236552A7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642" y="1333922"/>
                <a:ext cx="317395" cy="312458"/>
              </a:xfrm>
              <a:prstGeom prst="rect">
                <a:avLst/>
              </a:prstGeom>
              <a:blipFill>
                <a:blip r:embed="rId2"/>
                <a:stretch>
                  <a:fillRect l="-19231" r="-1923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C8596C2-03AC-95D0-5D74-1171077879B9}"/>
                  </a:ext>
                </a:extLst>
              </p:cNvPr>
              <p:cNvSpPr txBox="1"/>
              <p:nvPr/>
            </p:nvSpPr>
            <p:spPr>
              <a:xfrm>
                <a:off x="9620924" y="2192998"/>
                <a:ext cx="446404" cy="317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𝐹𝑏𝑦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C8596C2-03AC-95D0-5D74-117107787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924" y="2192998"/>
                <a:ext cx="446404" cy="317972"/>
              </a:xfrm>
              <a:prstGeom prst="rect">
                <a:avLst/>
              </a:prstGeom>
              <a:blipFill>
                <a:blip r:embed="rId3"/>
                <a:stretch>
                  <a:fillRect l="-19178" r="-1780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733129-87C5-0C06-4C84-41449D05FCDF}"/>
                  </a:ext>
                </a:extLst>
              </p:cNvPr>
              <p:cNvSpPr txBox="1"/>
              <p:nvPr/>
            </p:nvSpPr>
            <p:spPr>
              <a:xfrm>
                <a:off x="1795435" y="2182117"/>
                <a:ext cx="449610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733129-87C5-0C06-4C84-41449D05F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35" y="2182117"/>
                <a:ext cx="449610" cy="310598"/>
              </a:xfrm>
              <a:prstGeom prst="rect">
                <a:avLst/>
              </a:prstGeom>
              <a:blipFill>
                <a:blip r:embed="rId4"/>
                <a:stretch>
                  <a:fillRect l="-19178" r="-17808" b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780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D0C475-A5D3-840C-CC3E-1802320BA3F8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16960B-FC43-80F4-30EE-ECC167974D9A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18B7B4-E2DC-184E-C516-D123473B8C62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D12BE7-6BF0-897C-D271-746BDD6AF54D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C06FD2-E238-4B44-3A71-CC0DA819BB95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CF0B31-FDDB-431C-624B-3CF26096E571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93E063-0361-4E39-7060-B9E376E73DF4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7C1DF-7DEC-3B48-4195-2BB3DD2B393D}"/>
              </a:ext>
            </a:extLst>
          </p:cNvPr>
          <p:cNvSpPr txBox="1"/>
          <p:nvPr/>
        </p:nvSpPr>
        <p:spPr>
          <a:xfrm>
            <a:off x="7171262" y="40759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2D54EB-6060-95EB-805D-078AEB9D7473}"/>
              </a:ext>
            </a:extLst>
          </p:cNvPr>
          <p:cNvSpPr txBox="1"/>
          <p:nvPr/>
        </p:nvSpPr>
        <p:spPr>
          <a:xfrm>
            <a:off x="9069873" y="40759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B1E0CF-238B-781A-56E8-3DBDF46046F5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D43942-78C1-EC92-9E56-D638A322B985}"/>
              </a:ext>
            </a:extLst>
          </p:cNvPr>
          <p:cNvSpPr txBox="1"/>
          <p:nvPr/>
        </p:nvSpPr>
        <p:spPr>
          <a:xfrm>
            <a:off x="1482560" y="269407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76368E-F16B-712C-1EBA-4C6E231B452A}"/>
              </a:ext>
            </a:extLst>
          </p:cNvPr>
          <p:cNvSpPr/>
          <p:nvPr/>
        </p:nvSpPr>
        <p:spPr>
          <a:xfrm>
            <a:off x="2570181" y="1612490"/>
            <a:ext cx="1893661" cy="14794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90EB62-E0DC-EE61-B37C-2EEB56C874DF}"/>
              </a:ext>
            </a:extLst>
          </p:cNvPr>
          <p:cNvSpPr/>
          <p:nvPr/>
        </p:nvSpPr>
        <p:spPr>
          <a:xfrm>
            <a:off x="4463843" y="3091973"/>
            <a:ext cx="4773564" cy="6113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4244F5-1CC4-6A2D-9329-F72EE09989F9}"/>
              </a:ext>
            </a:extLst>
          </p:cNvPr>
          <p:cNvSpPr txBox="1"/>
          <p:nvPr/>
        </p:nvSpPr>
        <p:spPr>
          <a:xfrm>
            <a:off x="3249149" y="216071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E611BB-7163-E7AC-900B-BD760B1930FD}"/>
              </a:ext>
            </a:extLst>
          </p:cNvPr>
          <p:cNvSpPr txBox="1"/>
          <p:nvPr/>
        </p:nvSpPr>
        <p:spPr>
          <a:xfrm>
            <a:off x="6393933" y="322572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-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DA9B5B-C6BB-034C-1BF5-5D6CF43E3F2B}"/>
              </a:ext>
            </a:extLst>
          </p:cNvPr>
          <p:cNvSpPr txBox="1"/>
          <p:nvPr/>
        </p:nvSpPr>
        <p:spPr>
          <a:xfrm>
            <a:off x="4663719" y="1468306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882.9 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AF9A67-5549-D276-5590-DED433BA26E9}"/>
              </a:ext>
            </a:extLst>
          </p:cNvPr>
          <p:cNvCxnSpPr/>
          <p:nvPr/>
        </p:nvCxnSpPr>
        <p:spPr>
          <a:xfrm flipV="1">
            <a:off x="4463842" y="1837638"/>
            <a:ext cx="557784" cy="270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31EA0E-6190-8BEA-B507-5AABDEF70616}"/>
              </a:ext>
            </a:extLst>
          </p:cNvPr>
          <p:cNvCxnSpPr>
            <a:cxnSpLocks/>
          </p:cNvCxnSpPr>
          <p:nvPr/>
        </p:nvCxnSpPr>
        <p:spPr>
          <a:xfrm flipV="1">
            <a:off x="4454010" y="2793481"/>
            <a:ext cx="567616" cy="517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B4A92B5-A240-48C0-5382-66535AD320D3}"/>
              </a:ext>
            </a:extLst>
          </p:cNvPr>
          <p:cNvSpPr txBox="1"/>
          <p:nvPr/>
        </p:nvSpPr>
        <p:spPr>
          <a:xfrm>
            <a:off x="4728391" y="241428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294.3 N</a:t>
            </a:r>
          </a:p>
        </p:txBody>
      </p:sp>
    </p:spTree>
    <p:extLst>
      <p:ext uri="{BB962C8B-B14F-4D97-AF65-F5344CB8AC3E}">
        <p14:creationId xmlns:p14="http://schemas.microsoft.com/office/powerpoint/2010/main" val="3944364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8090B6-92DB-37EC-5CB9-55B5452C7BA3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EE28DD-94EF-727E-F884-2B1215B65EAB}"/>
              </a:ext>
            </a:extLst>
          </p:cNvPr>
          <p:cNvCxnSpPr>
            <a:cxnSpLocks/>
          </p:cNvCxnSpPr>
          <p:nvPr/>
        </p:nvCxnSpPr>
        <p:spPr>
          <a:xfrm>
            <a:off x="2571136" y="2523744"/>
            <a:ext cx="0" cy="12519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69379D-8C01-A54C-6DFC-FD7EB43C0A3F}"/>
              </a:ext>
            </a:extLst>
          </p:cNvPr>
          <p:cNvCxnSpPr>
            <a:cxnSpLocks/>
          </p:cNvCxnSpPr>
          <p:nvPr/>
        </p:nvCxnSpPr>
        <p:spPr>
          <a:xfrm>
            <a:off x="9247239" y="2451001"/>
            <a:ext cx="0" cy="13246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C12E12-9A7C-EBDC-D53A-B812C69AB28E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99CE37-D47E-765C-8CC2-AABE775273AA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CDE5CC-781D-E893-A663-6F1D057596F9}"/>
              </a:ext>
            </a:extLst>
          </p:cNvPr>
          <p:cNvSpPr txBox="1"/>
          <p:nvPr/>
        </p:nvSpPr>
        <p:spPr>
          <a:xfrm>
            <a:off x="2409720" y="440699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D0DC7C-890F-EA0F-95CF-3B7ABD648C84}"/>
              </a:ext>
            </a:extLst>
          </p:cNvPr>
          <p:cNvSpPr txBox="1"/>
          <p:nvPr/>
        </p:nvSpPr>
        <p:spPr>
          <a:xfrm>
            <a:off x="4301781" y="440699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50A9B6-5983-D869-658E-7F683FF0491C}"/>
              </a:ext>
            </a:extLst>
          </p:cNvPr>
          <p:cNvSpPr txBox="1"/>
          <p:nvPr/>
        </p:nvSpPr>
        <p:spPr>
          <a:xfrm>
            <a:off x="7171261" y="4406999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D01C3-8FD5-6D51-BAB6-F174F9936A80}"/>
              </a:ext>
            </a:extLst>
          </p:cNvPr>
          <p:cNvSpPr txBox="1"/>
          <p:nvPr/>
        </p:nvSpPr>
        <p:spPr>
          <a:xfrm>
            <a:off x="9069872" y="440699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A31784-4B76-36F3-F02D-16B146F3C235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D2B9F7-1CE4-6E38-5E75-EFDA7F3E81B4}"/>
              </a:ext>
            </a:extLst>
          </p:cNvPr>
          <p:cNvSpPr txBox="1"/>
          <p:nvPr/>
        </p:nvSpPr>
        <p:spPr>
          <a:xfrm>
            <a:off x="1482560" y="2694079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Mz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CE0694-12A3-C657-90ED-06A93207C2B6}"/>
              </a:ext>
            </a:extLst>
          </p:cNvPr>
          <p:cNvSpPr txBox="1"/>
          <p:nvPr/>
        </p:nvSpPr>
        <p:spPr>
          <a:xfrm>
            <a:off x="4561398" y="360376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040C4D-CB4A-1A7D-07F1-6D68837E0501}"/>
              </a:ext>
            </a:extLst>
          </p:cNvPr>
          <p:cNvSpPr txBox="1"/>
          <p:nvPr/>
        </p:nvSpPr>
        <p:spPr>
          <a:xfrm>
            <a:off x="2612498" y="2397464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60 mm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55F0B9-5026-E20F-3BCB-79486EB3022F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3602736" y="2496278"/>
            <a:ext cx="521717" cy="869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7D6343-7C16-41B3-09B2-179D884E2923}"/>
              </a:ext>
            </a:extLst>
          </p:cNvPr>
          <p:cNvCxnSpPr>
            <a:stCxn id="13" idx="1"/>
          </p:cNvCxnSpPr>
          <p:nvPr/>
        </p:nvCxnSpPr>
        <p:spPr>
          <a:xfrm>
            <a:off x="2553936" y="3104103"/>
            <a:ext cx="1909909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3459D2-9883-FCF4-A3E3-377D1EAB1359}"/>
              </a:ext>
            </a:extLst>
          </p:cNvPr>
          <p:cNvCxnSpPr>
            <a:cxnSpLocks/>
          </p:cNvCxnSpPr>
          <p:nvPr/>
        </p:nvCxnSpPr>
        <p:spPr>
          <a:xfrm>
            <a:off x="3602736" y="2642616"/>
            <a:ext cx="0" cy="11795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55EF18-3CCC-C2B8-F30B-FBFA1DDC7F73}"/>
              </a:ext>
            </a:extLst>
          </p:cNvPr>
          <p:cNvCxnSpPr>
            <a:cxnSpLocks/>
          </p:cNvCxnSpPr>
          <p:nvPr/>
        </p:nvCxnSpPr>
        <p:spPr>
          <a:xfrm flipV="1">
            <a:off x="2570181" y="2759032"/>
            <a:ext cx="1008721" cy="77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54B8D99-04AE-FB0D-1A30-D64D829294F4}"/>
              </a:ext>
            </a:extLst>
          </p:cNvPr>
          <p:cNvSpPr txBox="1"/>
          <p:nvPr/>
        </p:nvSpPr>
        <p:spPr>
          <a:xfrm>
            <a:off x="4450184" y="1788703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128.02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0C71A46-0AA2-0FAC-305C-F2F9A4CB48E1}"/>
              </a:ext>
            </a:extLst>
          </p:cNvPr>
          <p:cNvCxnSpPr>
            <a:cxnSpLocks/>
          </p:cNvCxnSpPr>
          <p:nvPr/>
        </p:nvCxnSpPr>
        <p:spPr>
          <a:xfrm>
            <a:off x="3602736" y="3104103"/>
            <a:ext cx="0" cy="67156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D1B1D9B-B2DB-71D2-DC08-B03B2CC09D7C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4450184" y="2158035"/>
            <a:ext cx="670216" cy="1212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6CABA0B-D044-61DE-A006-C7D83E3284F6}"/>
              </a:ext>
            </a:extLst>
          </p:cNvPr>
          <p:cNvSpPr txBox="1"/>
          <p:nvPr/>
        </p:nvSpPr>
        <p:spPr>
          <a:xfrm>
            <a:off x="3454237" y="2126946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52.974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0F51A6-6E5D-0CBF-BA54-6A1F33F651A7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12475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FC18594-388C-7F5E-3B34-A85BE0491248}"/>
              </a:ext>
            </a:extLst>
          </p:cNvPr>
          <p:cNvCxnSpPr>
            <a:endCxn id="13" idx="3"/>
          </p:cNvCxnSpPr>
          <p:nvPr/>
        </p:nvCxnSpPr>
        <p:spPr>
          <a:xfrm flipV="1">
            <a:off x="4463845" y="3104103"/>
            <a:ext cx="4783394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6E30393-E6F8-505B-A432-FA5486A144A1}"/>
              </a:ext>
            </a:extLst>
          </p:cNvPr>
          <p:cNvCxnSpPr>
            <a:cxnSpLocks/>
          </p:cNvCxnSpPr>
          <p:nvPr/>
        </p:nvCxnSpPr>
        <p:spPr>
          <a:xfrm flipH="1">
            <a:off x="5900588" y="1737360"/>
            <a:ext cx="3742" cy="303897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D06279-6C29-9B10-6C65-3AE1E2B9BCC2}"/>
              </a:ext>
            </a:extLst>
          </p:cNvPr>
          <p:cNvCxnSpPr>
            <a:stCxn id="13" idx="0"/>
          </p:cNvCxnSpPr>
          <p:nvPr/>
        </p:nvCxnSpPr>
        <p:spPr>
          <a:xfrm>
            <a:off x="5900588" y="3072239"/>
            <a:ext cx="0" cy="8962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13CBFDA-54AB-E07D-9CA8-5D22062E75AE}"/>
              </a:ext>
            </a:extLst>
          </p:cNvPr>
          <p:cNvCxnSpPr/>
          <p:nvPr/>
        </p:nvCxnSpPr>
        <p:spPr>
          <a:xfrm>
            <a:off x="5486400" y="3102077"/>
            <a:ext cx="0" cy="167425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31962B8-DEA9-875E-2DCC-21B2167282D0}"/>
              </a:ext>
            </a:extLst>
          </p:cNvPr>
          <p:cNvCxnSpPr>
            <a:cxnSpLocks/>
          </p:cNvCxnSpPr>
          <p:nvPr/>
        </p:nvCxnSpPr>
        <p:spPr>
          <a:xfrm>
            <a:off x="5486400" y="3113334"/>
            <a:ext cx="0" cy="9283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EC0FDB2-2437-E959-6884-0EB59B4D60B1}"/>
              </a:ext>
            </a:extLst>
          </p:cNvPr>
          <p:cNvCxnSpPr/>
          <p:nvPr/>
        </p:nvCxnSpPr>
        <p:spPr>
          <a:xfrm>
            <a:off x="5486400" y="4609953"/>
            <a:ext cx="41418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DF2FAE7-B23C-6B3E-36B5-911AC2A239D0}"/>
              </a:ext>
            </a:extLst>
          </p:cNvPr>
          <p:cNvSpPr txBox="1"/>
          <p:nvPr/>
        </p:nvSpPr>
        <p:spPr>
          <a:xfrm>
            <a:off x="5262224" y="4743794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41 mm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B39083-A844-F569-A836-EF0D2D90AB3D}"/>
              </a:ext>
            </a:extLst>
          </p:cNvPr>
          <p:cNvSpPr txBox="1"/>
          <p:nvPr/>
        </p:nvSpPr>
        <p:spPr>
          <a:xfrm>
            <a:off x="5941784" y="2489555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85.347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73D5AB6-C094-5AE7-BA0B-2C8EE52D44AF}"/>
              </a:ext>
            </a:extLst>
          </p:cNvPr>
          <p:cNvCxnSpPr/>
          <p:nvPr/>
        </p:nvCxnSpPr>
        <p:spPr>
          <a:xfrm flipV="1">
            <a:off x="5900587" y="2858887"/>
            <a:ext cx="527645" cy="5066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083798D-2E91-F5DA-0DC1-6064B0F7EEDE}"/>
              </a:ext>
            </a:extLst>
          </p:cNvPr>
          <p:cNvSpPr txBox="1"/>
          <p:nvPr/>
        </p:nvSpPr>
        <p:spPr>
          <a:xfrm>
            <a:off x="3921792" y="5113126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97.4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A105403-39A3-C7A9-3145-6394FE68A2D9}"/>
              </a:ext>
            </a:extLst>
          </p:cNvPr>
          <p:cNvCxnSpPr/>
          <p:nvPr/>
        </p:nvCxnSpPr>
        <p:spPr>
          <a:xfrm flipH="1">
            <a:off x="4829260" y="3703320"/>
            <a:ext cx="657140" cy="131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065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607DEEC7-56AE-942B-0611-4F4F65D4B17D}"/>
              </a:ext>
            </a:extLst>
          </p:cNvPr>
          <p:cNvSpPr/>
          <p:nvPr/>
        </p:nvSpPr>
        <p:spPr>
          <a:xfrm>
            <a:off x="4654296" y="2185416"/>
            <a:ext cx="2112264" cy="21122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B64B91-3E83-BFD8-BBFD-8FE5A3414CC4}"/>
              </a:ext>
            </a:extLst>
          </p:cNvPr>
          <p:cNvCxnSpPr>
            <a:cxnSpLocks/>
          </p:cNvCxnSpPr>
          <p:nvPr/>
        </p:nvCxnSpPr>
        <p:spPr>
          <a:xfrm>
            <a:off x="4553712" y="2084832"/>
            <a:ext cx="2313432" cy="2304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B60D43-2D3F-C032-26F1-D65953D7BA2B}"/>
              </a:ext>
            </a:extLst>
          </p:cNvPr>
          <p:cNvCxnSpPr>
            <a:endCxn id="9" idx="1"/>
          </p:cNvCxnSpPr>
          <p:nvPr/>
        </p:nvCxnSpPr>
        <p:spPr>
          <a:xfrm>
            <a:off x="4553712" y="2093976"/>
            <a:ext cx="409918" cy="400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4C5833-995C-53AB-FB30-D4A1D72C271A}"/>
              </a:ext>
            </a:extLst>
          </p:cNvPr>
          <p:cNvCxnSpPr>
            <a:cxnSpLocks/>
            <a:endCxn id="9" idx="5"/>
          </p:cNvCxnSpPr>
          <p:nvPr/>
        </p:nvCxnSpPr>
        <p:spPr>
          <a:xfrm flipH="1" flipV="1">
            <a:off x="6457226" y="3988346"/>
            <a:ext cx="409918" cy="400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E4A392-48E5-88BC-43B6-8BB5C3D5E42E}"/>
              </a:ext>
            </a:extLst>
          </p:cNvPr>
          <p:cNvCxnSpPr>
            <a:cxnSpLocks/>
          </p:cNvCxnSpPr>
          <p:nvPr/>
        </p:nvCxnSpPr>
        <p:spPr>
          <a:xfrm>
            <a:off x="6867144" y="4389120"/>
            <a:ext cx="832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E57682-EC82-186F-B132-6B0BFE599D64}"/>
                  </a:ext>
                </a:extLst>
              </p:cNvPr>
              <p:cNvSpPr txBox="1"/>
              <p:nvPr/>
            </p:nvSpPr>
            <p:spPr>
              <a:xfrm>
                <a:off x="6937248" y="4050234"/>
                <a:ext cx="117191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/>
                  <a:t>16.8mm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E57682-EC82-186F-B132-6B0BFE599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248" y="4050234"/>
                <a:ext cx="1171918" cy="276999"/>
              </a:xfrm>
              <a:prstGeom prst="rect">
                <a:avLst/>
              </a:prstGeom>
              <a:blipFill>
                <a:blip r:embed="rId2"/>
                <a:stretch>
                  <a:fillRect l="-7813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DEB0D6B1-6B72-7F6F-372C-FF10290F2623}"/>
              </a:ext>
            </a:extLst>
          </p:cNvPr>
          <p:cNvSpPr/>
          <p:nvPr/>
        </p:nvSpPr>
        <p:spPr>
          <a:xfrm>
            <a:off x="5253228" y="2779776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712132-A45F-341F-20D3-8C2F60502117}"/>
              </a:ext>
            </a:extLst>
          </p:cNvPr>
          <p:cNvCxnSpPr>
            <a:cxnSpLocks/>
          </p:cNvCxnSpPr>
          <p:nvPr/>
        </p:nvCxnSpPr>
        <p:spPr>
          <a:xfrm flipV="1">
            <a:off x="5253228" y="2185416"/>
            <a:ext cx="1513332" cy="15162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CE2A8B-7B36-7856-0A30-79761E8825DB}"/>
              </a:ext>
            </a:extLst>
          </p:cNvPr>
          <p:cNvCxnSpPr>
            <a:endCxn id="16" idx="3"/>
          </p:cNvCxnSpPr>
          <p:nvPr/>
        </p:nvCxnSpPr>
        <p:spPr>
          <a:xfrm flipV="1">
            <a:off x="5253228" y="3560265"/>
            <a:ext cx="133911" cy="133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69D37D2-39AF-DCF8-53DE-1839CE227082}"/>
              </a:ext>
            </a:extLst>
          </p:cNvPr>
          <p:cNvCxnSpPr>
            <a:endCxn id="16" idx="7"/>
          </p:cNvCxnSpPr>
          <p:nvPr/>
        </p:nvCxnSpPr>
        <p:spPr>
          <a:xfrm flipH="1">
            <a:off x="6033717" y="2779776"/>
            <a:ext cx="133911" cy="133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A7FDEB-C696-900A-6A87-9130D05B55FA}"/>
              </a:ext>
            </a:extLst>
          </p:cNvPr>
          <p:cNvCxnSpPr>
            <a:cxnSpLocks/>
          </p:cNvCxnSpPr>
          <p:nvPr/>
        </p:nvCxnSpPr>
        <p:spPr>
          <a:xfrm>
            <a:off x="6766560" y="2185416"/>
            <a:ext cx="9561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3795D0-1415-260F-2169-942E07A37F90}"/>
                  </a:ext>
                </a:extLst>
              </p:cNvPr>
              <p:cNvSpPr txBox="1"/>
              <p:nvPr/>
            </p:nvSpPr>
            <p:spPr>
              <a:xfrm>
                <a:off x="6872327" y="1908417"/>
                <a:ext cx="100980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/>
                  <a:t>mm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3795D0-1415-260F-2169-942E07A37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327" y="1908417"/>
                <a:ext cx="1009801" cy="276999"/>
              </a:xfrm>
              <a:prstGeom prst="rect">
                <a:avLst/>
              </a:prstGeom>
              <a:blipFill>
                <a:blip r:embed="rId3"/>
                <a:stretch>
                  <a:fillRect l="-9036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73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6A0755-8049-4829-DC06-762C568EFB7A}"/>
              </a:ext>
            </a:extLst>
          </p:cNvPr>
          <p:cNvCxnSpPr/>
          <p:nvPr/>
        </p:nvCxnSpPr>
        <p:spPr>
          <a:xfrm>
            <a:off x="3072384" y="1664208"/>
            <a:ext cx="62910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75C8E9-D8C6-6C5E-4659-DA9C792D7CEF}"/>
              </a:ext>
            </a:extLst>
          </p:cNvPr>
          <p:cNvCxnSpPr/>
          <p:nvPr/>
        </p:nvCxnSpPr>
        <p:spPr>
          <a:xfrm>
            <a:off x="3072384" y="1664208"/>
            <a:ext cx="0" cy="24231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171240-E971-725C-48CF-FA021A4DAF77}"/>
              </a:ext>
            </a:extLst>
          </p:cNvPr>
          <p:cNvCxnSpPr/>
          <p:nvPr/>
        </p:nvCxnSpPr>
        <p:spPr>
          <a:xfrm>
            <a:off x="9363456" y="1664208"/>
            <a:ext cx="0" cy="24231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03D92F-0EF1-5D87-DA78-8C990FA2067B}"/>
              </a:ext>
            </a:extLst>
          </p:cNvPr>
          <p:cNvCxnSpPr/>
          <p:nvPr/>
        </p:nvCxnSpPr>
        <p:spPr>
          <a:xfrm>
            <a:off x="3072384" y="4087368"/>
            <a:ext cx="4663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AC2165-D3DF-C31A-5923-C2F219D2A90C}"/>
              </a:ext>
            </a:extLst>
          </p:cNvPr>
          <p:cNvCxnSpPr/>
          <p:nvPr/>
        </p:nvCxnSpPr>
        <p:spPr>
          <a:xfrm>
            <a:off x="8897112" y="4087368"/>
            <a:ext cx="4663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5B5C0D-62AC-8A72-93E7-21300BA776F7}"/>
              </a:ext>
            </a:extLst>
          </p:cNvPr>
          <p:cNvCxnSpPr/>
          <p:nvPr/>
        </p:nvCxnSpPr>
        <p:spPr>
          <a:xfrm flipV="1">
            <a:off x="3538728" y="2103120"/>
            <a:ext cx="0" cy="19842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37BFF3-7F4E-7549-9A63-24B353E96622}"/>
              </a:ext>
            </a:extLst>
          </p:cNvPr>
          <p:cNvCxnSpPr/>
          <p:nvPr/>
        </p:nvCxnSpPr>
        <p:spPr>
          <a:xfrm flipV="1">
            <a:off x="8884920" y="2103120"/>
            <a:ext cx="0" cy="19842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F86FDD-9C09-1CD3-5411-9010E44334EE}"/>
              </a:ext>
            </a:extLst>
          </p:cNvPr>
          <p:cNvCxnSpPr/>
          <p:nvPr/>
        </p:nvCxnSpPr>
        <p:spPr>
          <a:xfrm>
            <a:off x="3538728" y="2103120"/>
            <a:ext cx="53583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89DC54-943F-C21C-6D99-E3ADE0233ED0}"/>
              </a:ext>
            </a:extLst>
          </p:cNvPr>
          <p:cNvCxnSpPr/>
          <p:nvPr/>
        </p:nvCxnSpPr>
        <p:spPr>
          <a:xfrm flipV="1">
            <a:off x="3072384" y="841248"/>
            <a:ext cx="0" cy="8229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8CAC20-BE07-63B6-5E33-5792A516D5ED}"/>
              </a:ext>
            </a:extLst>
          </p:cNvPr>
          <p:cNvCxnSpPr/>
          <p:nvPr/>
        </p:nvCxnSpPr>
        <p:spPr>
          <a:xfrm flipV="1">
            <a:off x="9363456" y="841248"/>
            <a:ext cx="0" cy="8229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C02A5A-0049-7FBC-9726-1248C9CEF71A}"/>
              </a:ext>
            </a:extLst>
          </p:cNvPr>
          <p:cNvCxnSpPr/>
          <p:nvPr/>
        </p:nvCxnSpPr>
        <p:spPr>
          <a:xfrm>
            <a:off x="3072384" y="1042416"/>
            <a:ext cx="62910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60D33A-790E-D035-5765-89A96A0E4FAC}"/>
              </a:ext>
            </a:extLst>
          </p:cNvPr>
          <p:cNvCxnSpPr>
            <a:cxnSpLocks/>
          </p:cNvCxnSpPr>
          <p:nvPr/>
        </p:nvCxnSpPr>
        <p:spPr>
          <a:xfrm flipH="1">
            <a:off x="2404872" y="1664208"/>
            <a:ext cx="6675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C4646A-15FE-4598-7CD7-356F5F239685}"/>
              </a:ext>
            </a:extLst>
          </p:cNvPr>
          <p:cNvCxnSpPr>
            <a:cxnSpLocks/>
          </p:cNvCxnSpPr>
          <p:nvPr/>
        </p:nvCxnSpPr>
        <p:spPr>
          <a:xfrm flipH="1">
            <a:off x="2404872" y="4084320"/>
            <a:ext cx="6675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11234C-8AE9-2A5C-FA2B-5E28B898662A}"/>
              </a:ext>
            </a:extLst>
          </p:cNvPr>
          <p:cNvCxnSpPr>
            <a:cxnSpLocks/>
          </p:cNvCxnSpPr>
          <p:nvPr/>
        </p:nvCxnSpPr>
        <p:spPr>
          <a:xfrm flipH="1">
            <a:off x="8217408" y="4084320"/>
            <a:ext cx="174955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E27E9D-923B-92AB-705A-0AB4781612C5}"/>
              </a:ext>
            </a:extLst>
          </p:cNvPr>
          <p:cNvCxnSpPr/>
          <p:nvPr/>
        </p:nvCxnSpPr>
        <p:spPr>
          <a:xfrm>
            <a:off x="2615184" y="1664208"/>
            <a:ext cx="0" cy="24201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E97E777-0939-D77E-2DBE-73C59573047A}"/>
              </a:ext>
            </a:extLst>
          </p:cNvPr>
          <p:cNvSpPr txBox="1"/>
          <p:nvPr/>
        </p:nvSpPr>
        <p:spPr>
          <a:xfrm>
            <a:off x="5598107" y="700516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170 mm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091A60-3A91-CF2A-63B5-7D6807ACFA84}"/>
              </a:ext>
            </a:extLst>
          </p:cNvPr>
          <p:cNvSpPr txBox="1"/>
          <p:nvPr/>
        </p:nvSpPr>
        <p:spPr>
          <a:xfrm rot="16200000">
            <a:off x="1950407" y="268959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25 mm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44ADA4-8E52-E144-C433-ADBBCA74C962}"/>
              </a:ext>
            </a:extLst>
          </p:cNvPr>
          <p:cNvCxnSpPr/>
          <p:nvPr/>
        </p:nvCxnSpPr>
        <p:spPr>
          <a:xfrm>
            <a:off x="3072384" y="4084320"/>
            <a:ext cx="0" cy="4693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66DCF8-0916-DCF3-6DBC-B81106A3128B}"/>
              </a:ext>
            </a:extLst>
          </p:cNvPr>
          <p:cNvCxnSpPr/>
          <p:nvPr/>
        </p:nvCxnSpPr>
        <p:spPr>
          <a:xfrm>
            <a:off x="3538728" y="4075176"/>
            <a:ext cx="0" cy="4693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5CFC752-EAD6-A9E6-72ED-187935F71EE1}"/>
              </a:ext>
            </a:extLst>
          </p:cNvPr>
          <p:cNvCxnSpPr/>
          <p:nvPr/>
        </p:nvCxnSpPr>
        <p:spPr>
          <a:xfrm>
            <a:off x="3072384" y="4389120"/>
            <a:ext cx="4663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6F2498E-2D9B-A1D2-E1FC-8A9164CB16B4}"/>
              </a:ext>
            </a:extLst>
          </p:cNvPr>
          <p:cNvSpPr txBox="1"/>
          <p:nvPr/>
        </p:nvSpPr>
        <p:spPr>
          <a:xfrm>
            <a:off x="2931094" y="4570214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 mm</a:t>
            </a:r>
          </a:p>
        </p:txBody>
      </p:sp>
    </p:spTree>
    <p:extLst>
      <p:ext uri="{BB962C8B-B14F-4D97-AF65-F5344CB8AC3E}">
        <p14:creationId xmlns:p14="http://schemas.microsoft.com/office/powerpoint/2010/main" val="1781957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98F635-95B1-4738-1479-3706D577D7F3}"/>
              </a:ext>
            </a:extLst>
          </p:cNvPr>
          <p:cNvCxnSpPr>
            <a:cxnSpLocks/>
          </p:cNvCxnSpPr>
          <p:nvPr/>
        </p:nvCxnSpPr>
        <p:spPr>
          <a:xfrm>
            <a:off x="3419856" y="2295144"/>
            <a:ext cx="42184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BEE173-AC25-B3A8-E825-BFD3F5F506F4}"/>
              </a:ext>
            </a:extLst>
          </p:cNvPr>
          <p:cNvCxnSpPr/>
          <p:nvPr/>
        </p:nvCxnSpPr>
        <p:spPr>
          <a:xfrm>
            <a:off x="3419856" y="2295144"/>
            <a:ext cx="0" cy="24231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5767AA-1B90-9C58-D38B-23B6C5CAAE45}"/>
              </a:ext>
            </a:extLst>
          </p:cNvPr>
          <p:cNvCxnSpPr/>
          <p:nvPr/>
        </p:nvCxnSpPr>
        <p:spPr>
          <a:xfrm>
            <a:off x="7638288" y="2295144"/>
            <a:ext cx="0" cy="24231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D528D6-A6C2-A850-9F79-BA041E21D59C}"/>
              </a:ext>
            </a:extLst>
          </p:cNvPr>
          <p:cNvCxnSpPr/>
          <p:nvPr/>
        </p:nvCxnSpPr>
        <p:spPr>
          <a:xfrm>
            <a:off x="3419856" y="4718304"/>
            <a:ext cx="4663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619B1C-B425-884D-A43A-9065E55651DC}"/>
              </a:ext>
            </a:extLst>
          </p:cNvPr>
          <p:cNvCxnSpPr/>
          <p:nvPr/>
        </p:nvCxnSpPr>
        <p:spPr>
          <a:xfrm>
            <a:off x="7171944" y="4718304"/>
            <a:ext cx="4663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9D7118-B4DD-D3CE-6BB4-C444E072583F}"/>
              </a:ext>
            </a:extLst>
          </p:cNvPr>
          <p:cNvCxnSpPr>
            <a:cxnSpLocks/>
          </p:cNvCxnSpPr>
          <p:nvPr/>
        </p:nvCxnSpPr>
        <p:spPr>
          <a:xfrm flipV="1">
            <a:off x="3886200" y="2578608"/>
            <a:ext cx="0" cy="21396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51060B-5FD3-0FA0-B3DA-9E81837D0E13}"/>
              </a:ext>
            </a:extLst>
          </p:cNvPr>
          <p:cNvCxnSpPr>
            <a:cxnSpLocks/>
          </p:cNvCxnSpPr>
          <p:nvPr/>
        </p:nvCxnSpPr>
        <p:spPr>
          <a:xfrm flipV="1">
            <a:off x="7159752" y="2578608"/>
            <a:ext cx="12192" cy="21396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3AEFD6-39C9-9D66-187C-1C33121C50B4}"/>
              </a:ext>
            </a:extLst>
          </p:cNvPr>
          <p:cNvCxnSpPr>
            <a:cxnSpLocks/>
          </p:cNvCxnSpPr>
          <p:nvPr/>
        </p:nvCxnSpPr>
        <p:spPr>
          <a:xfrm>
            <a:off x="3898392" y="2578608"/>
            <a:ext cx="327355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46B11B-1FE4-C591-6343-2BB7FC08E458}"/>
              </a:ext>
            </a:extLst>
          </p:cNvPr>
          <p:cNvCxnSpPr>
            <a:cxnSpLocks/>
          </p:cNvCxnSpPr>
          <p:nvPr/>
        </p:nvCxnSpPr>
        <p:spPr>
          <a:xfrm>
            <a:off x="7068312" y="2578608"/>
            <a:ext cx="95097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21C787-F10E-7F1F-728C-AB6A71B86944}"/>
              </a:ext>
            </a:extLst>
          </p:cNvPr>
          <p:cNvCxnSpPr/>
          <p:nvPr/>
        </p:nvCxnSpPr>
        <p:spPr>
          <a:xfrm flipV="1">
            <a:off x="7638288" y="1472184"/>
            <a:ext cx="0" cy="8229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0C9F94-278F-F43B-84AE-CDCC39937C6C}"/>
              </a:ext>
            </a:extLst>
          </p:cNvPr>
          <p:cNvCxnSpPr>
            <a:cxnSpLocks/>
          </p:cNvCxnSpPr>
          <p:nvPr/>
        </p:nvCxnSpPr>
        <p:spPr>
          <a:xfrm>
            <a:off x="3419856" y="1673352"/>
            <a:ext cx="421843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420D7F-6826-C6EB-1AB5-C1A75D2A49D8}"/>
              </a:ext>
            </a:extLst>
          </p:cNvPr>
          <p:cNvCxnSpPr>
            <a:cxnSpLocks/>
          </p:cNvCxnSpPr>
          <p:nvPr/>
        </p:nvCxnSpPr>
        <p:spPr>
          <a:xfrm flipH="1">
            <a:off x="2752344" y="2295144"/>
            <a:ext cx="6675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223A30-04F9-2670-F14E-B39EEFB5DC1D}"/>
              </a:ext>
            </a:extLst>
          </p:cNvPr>
          <p:cNvCxnSpPr>
            <a:cxnSpLocks/>
          </p:cNvCxnSpPr>
          <p:nvPr/>
        </p:nvCxnSpPr>
        <p:spPr>
          <a:xfrm flipH="1">
            <a:off x="2752344" y="4715256"/>
            <a:ext cx="6675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C6DABA-FA2C-00D6-E3C4-46C0C8DB7C7A}"/>
              </a:ext>
            </a:extLst>
          </p:cNvPr>
          <p:cNvCxnSpPr>
            <a:cxnSpLocks/>
          </p:cNvCxnSpPr>
          <p:nvPr/>
        </p:nvCxnSpPr>
        <p:spPr>
          <a:xfrm flipH="1">
            <a:off x="6812280" y="4715256"/>
            <a:ext cx="111556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F2F08C-080D-FB03-F310-5312F3092FBA}"/>
              </a:ext>
            </a:extLst>
          </p:cNvPr>
          <p:cNvCxnSpPr/>
          <p:nvPr/>
        </p:nvCxnSpPr>
        <p:spPr>
          <a:xfrm>
            <a:off x="2962656" y="2295144"/>
            <a:ext cx="0" cy="24201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734CE2-FFC4-757C-4F36-DEB852CD6941}"/>
              </a:ext>
            </a:extLst>
          </p:cNvPr>
          <p:cNvSpPr txBox="1"/>
          <p:nvPr/>
        </p:nvSpPr>
        <p:spPr>
          <a:xfrm>
            <a:off x="5031180" y="130402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68 mm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C9C49-7C2A-00F3-DEE6-31EDCF3FB9F8}"/>
              </a:ext>
            </a:extLst>
          </p:cNvPr>
          <p:cNvSpPr txBox="1"/>
          <p:nvPr/>
        </p:nvSpPr>
        <p:spPr>
          <a:xfrm rot="16200000">
            <a:off x="2297879" y="332053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25 mm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CF9D02-45CB-526D-3194-57A6E0313DCB}"/>
              </a:ext>
            </a:extLst>
          </p:cNvPr>
          <p:cNvCxnSpPr/>
          <p:nvPr/>
        </p:nvCxnSpPr>
        <p:spPr>
          <a:xfrm>
            <a:off x="3419856" y="4715256"/>
            <a:ext cx="0" cy="4693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D30167-815E-E27B-B4DD-827FB6EEF174}"/>
              </a:ext>
            </a:extLst>
          </p:cNvPr>
          <p:cNvCxnSpPr/>
          <p:nvPr/>
        </p:nvCxnSpPr>
        <p:spPr>
          <a:xfrm>
            <a:off x="3886200" y="4706112"/>
            <a:ext cx="0" cy="4693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ABFC89C-A728-CBF6-0754-823E896F4342}"/>
              </a:ext>
            </a:extLst>
          </p:cNvPr>
          <p:cNvCxnSpPr/>
          <p:nvPr/>
        </p:nvCxnSpPr>
        <p:spPr>
          <a:xfrm>
            <a:off x="3419856" y="5020056"/>
            <a:ext cx="4663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04EEE90-2DA2-7E74-1410-D2C448678AB2}"/>
              </a:ext>
            </a:extLst>
          </p:cNvPr>
          <p:cNvSpPr txBox="1"/>
          <p:nvPr/>
        </p:nvSpPr>
        <p:spPr>
          <a:xfrm>
            <a:off x="3278566" y="520115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9 mm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15FF25A-FC66-2B66-7B69-D2D128F63E3D}"/>
              </a:ext>
            </a:extLst>
          </p:cNvPr>
          <p:cNvCxnSpPr/>
          <p:nvPr/>
        </p:nvCxnSpPr>
        <p:spPr>
          <a:xfrm flipV="1">
            <a:off x="3419856" y="1472184"/>
            <a:ext cx="0" cy="8229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CEB7B1-8F0A-C990-B50E-E5FBFFB9BC79}"/>
              </a:ext>
            </a:extLst>
          </p:cNvPr>
          <p:cNvCxnSpPr>
            <a:cxnSpLocks/>
          </p:cNvCxnSpPr>
          <p:nvPr/>
        </p:nvCxnSpPr>
        <p:spPr>
          <a:xfrm>
            <a:off x="7266432" y="2295144"/>
            <a:ext cx="7437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4AAB912-A2CF-1764-EBDE-E7EA59CC7504}"/>
              </a:ext>
            </a:extLst>
          </p:cNvPr>
          <p:cNvCxnSpPr>
            <a:cxnSpLocks/>
          </p:cNvCxnSpPr>
          <p:nvPr/>
        </p:nvCxnSpPr>
        <p:spPr>
          <a:xfrm>
            <a:off x="7862315" y="2295144"/>
            <a:ext cx="4572" cy="2834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2854028-0A0D-4B19-B454-B770C1676E31}"/>
              </a:ext>
            </a:extLst>
          </p:cNvPr>
          <p:cNvSpPr txBox="1"/>
          <p:nvPr/>
        </p:nvSpPr>
        <p:spPr>
          <a:xfrm>
            <a:off x="8010144" y="2254996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 mm</a:t>
            </a:r>
          </a:p>
        </p:txBody>
      </p:sp>
    </p:spTree>
    <p:extLst>
      <p:ext uri="{BB962C8B-B14F-4D97-AF65-F5344CB8AC3E}">
        <p14:creationId xmlns:p14="http://schemas.microsoft.com/office/powerpoint/2010/main" val="1771734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016E4B3-3FD6-D12E-A87D-05E7895E0186}"/>
              </a:ext>
            </a:extLst>
          </p:cNvPr>
          <p:cNvSpPr/>
          <p:nvPr/>
        </p:nvSpPr>
        <p:spPr>
          <a:xfrm>
            <a:off x="4654296" y="2185416"/>
            <a:ext cx="2112264" cy="21122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4C38DA-2BAA-4F39-2E5C-E846F6151DED}"/>
              </a:ext>
            </a:extLst>
          </p:cNvPr>
          <p:cNvCxnSpPr>
            <a:cxnSpLocks/>
          </p:cNvCxnSpPr>
          <p:nvPr/>
        </p:nvCxnSpPr>
        <p:spPr>
          <a:xfrm>
            <a:off x="4553712" y="2084832"/>
            <a:ext cx="2313432" cy="2304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D9A278-D107-96ED-ADE8-D57D531C1F4B}"/>
              </a:ext>
            </a:extLst>
          </p:cNvPr>
          <p:cNvCxnSpPr>
            <a:endCxn id="4" idx="1"/>
          </p:cNvCxnSpPr>
          <p:nvPr/>
        </p:nvCxnSpPr>
        <p:spPr>
          <a:xfrm>
            <a:off x="4553712" y="2093976"/>
            <a:ext cx="409918" cy="400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9431CD-ED2B-4F0E-859D-841AE6807633}"/>
              </a:ext>
            </a:extLst>
          </p:cNvPr>
          <p:cNvCxnSpPr>
            <a:cxnSpLocks/>
            <a:endCxn id="4" idx="5"/>
          </p:cNvCxnSpPr>
          <p:nvPr/>
        </p:nvCxnSpPr>
        <p:spPr>
          <a:xfrm flipH="1" flipV="1">
            <a:off x="6457226" y="3988346"/>
            <a:ext cx="409918" cy="400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AD7B70-C524-5773-1684-C4AD6A5DCB7D}"/>
              </a:ext>
            </a:extLst>
          </p:cNvPr>
          <p:cNvCxnSpPr>
            <a:cxnSpLocks/>
          </p:cNvCxnSpPr>
          <p:nvPr/>
        </p:nvCxnSpPr>
        <p:spPr>
          <a:xfrm>
            <a:off x="6867144" y="4389120"/>
            <a:ext cx="10149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4EB013-E1D5-A84A-F5FC-6AB570DEFFD2}"/>
                  </a:ext>
                </a:extLst>
              </p:cNvPr>
              <p:cNvSpPr txBox="1"/>
              <p:nvPr/>
            </p:nvSpPr>
            <p:spPr>
              <a:xfrm>
                <a:off x="6937248" y="4050234"/>
                <a:ext cx="9561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/>
                  <a:t>mm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4EB013-E1D5-A84A-F5FC-6AB570DEF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248" y="4050234"/>
                <a:ext cx="956159" cy="276999"/>
              </a:xfrm>
              <a:prstGeom prst="rect">
                <a:avLst/>
              </a:prstGeom>
              <a:blipFill>
                <a:blip r:embed="rId2"/>
                <a:stretch>
                  <a:fillRect l="-9554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9F5E046D-8D74-C2B2-6077-DB1EFD43E6A8}"/>
              </a:ext>
            </a:extLst>
          </p:cNvPr>
          <p:cNvSpPr/>
          <p:nvPr/>
        </p:nvSpPr>
        <p:spPr>
          <a:xfrm>
            <a:off x="5253228" y="2779776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08AA50-59EA-D7E4-E33F-54364E6DDF4E}"/>
              </a:ext>
            </a:extLst>
          </p:cNvPr>
          <p:cNvCxnSpPr>
            <a:cxnSpLocks/>
          </p:cNvCxnSpPr>
          <p:nvPr/>
        </p:nvCxnSpPr>
        <p:spPr>
          <a:xfrm flipV="1">
            <a:off x="5253228" y="2185416"/>
            <a:ext cx="1513332" cy="15162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14A522-99AF-20E2-C91C-73EB40B45A46}"/>
              </a:ext>
            </a:extLst>
          </p:cNvPr>
          <p:cNvCxnSpPr>
            <a:endCxn id="12" idx="3"/>
          </p:cNvCxnSpPr>
          <p:nvPr/>
        </p:nvCxnSpPr>
        <p:spPr>
          <a:xfrm flipV="1">
            <a:off x="5253228" y="3560265"/>
            <a:ext cx="133911" cy="133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EBBF0A-FCA0-B9A7-2327-2942A65455C7}"/>
              </a:ext>
            </a:extLst>
          </p:cNvPr>
          <p:cNvCxnSpPr>
            <a:endCxn id="12" idx="7"/>
          </p:cNvCxnSpPr>
          <p:nvPr/>
        </p:nvCxnSpPr>
        <p:spPr>
          <a:xfrm flipH="1">
            <a:off x="6033717" y="2779776"/>
            <a:ext cx="133911" cy="133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6D1104-9A7C-6A2A-66AB-0DB9A40F3DFC}"/>
              </a:ext>
            </a:extLst>
          </p:cNvPr>
          <p:cNvCxnSpPr/>
          <p:nvPr/>
        </p:nvCxnSpPr>
        <p:spPr>
          <a:xfrm>
            <a:off x="6766560" y="2185416"/>
            <a:ext cx="9561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557602-5055-1EBC-5A4F-B5E5B9D64CA1}"/>
                  </a:ext>
                </a:extLst>
              </p:cNvPr>
              <p:cNvSpPr txBox="1"/>
              <p:nvPr/>
            </p:nvSpPr>
            <p:spPr>
              <a:xfrm>
                <a:off x="6872327" y="1908417"/>
                <a:ext cx="100980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/>
                  <a:t>mm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557602-5055-1EBC-5A4F-B5E5B9D64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327" y="1908417"/>
                <a:ext cx="1009801" cy="276999"/>
              </a:xfrm>
              <a:prstGeom prst="rect">
                <a:avLst/>
              </a:prstGeom>
              <a:blipFill>
                <a:blip r:embed="rId3"/>
                <a:stretch>
                  <a:fillRect l="-9036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7380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99498E-5C33-E5D7-10CE-840FC6496E4C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21945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197BAB-B5A2-D730-DC25-8A6A39FD6E7D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16C12B-7E2A-413D-5FBC-AD9E8B49F295}"/>
              </a:ext>
            </a:extLst>
          </p:cNvPr>
          <p:cNvCxnSpPr>
            <a:cxnSpLocks/>
          </p:cNvCxnSpPr>
          <p:nvPr/>
        </p:nvCxnSpPr>
        <p:spPr>
          <a:xfrm flipH="1">
            <a:off x="2560551" y="1612490"/>
            <a:ext cx="10585" cy="308752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BD69B5-196E-61E9-30C4-3304FAB9BA1F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9B4530-CC36-10AE-8ED2-1C79F3DF7692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5184C8-A4F2-FB80-813E-63C376D1B7AA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AA091FC7-EB68-7FDE-D823-2D8220D7B5F4}"/>
              </a:ext>
            </a:extLst>
          </p:cNvPr>
          <p:cNvSpPr/>
          <p:nvPr/>
        </p:nvSpPr>
        <p:spPr>
          <a:xfrm>
            <a:off x="4347834" y="2174744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4E5A476-D0DA-CC9D-D30D-9554546B09C1}"/>
              </a:ext>
            </a:extLst>
          </p:cNvPr>
          <p:cNvSpPr/>
          <p:nvPr/>
        </p:nvSpPr>
        <p:spPr>
          <a:xfrm>
            <a:off x="7223018" y="217606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079877-8F5E-4871-0AE7-80E3C9BE28D0}"/>
              </a:ext>
            </a:extLst>
          </p:cNvPr>
          <p:cNvCxnSpPr>
            <a:cxnSpLocks/>
          </p:cNvCxnSpPr>
          <p:nvPr/>
        </p:nvCxnSpPr>
        <p:spPr>
          <a:xfrm flipV="1">
            <a:off x="10243676" y="3796407"/>
            <a:ext cx="0" cy="410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524E21-BCAA-751B-90FB-5382EC198935}"/>
              </a:ext>
            </a:extLst>
          </p:cNvPr>
          <p:cNvCxnSpPr>
            <a:cxnSpLocks/>
          </p:cNvCxnSpPr>
          <p:nvPr/>
        </p:nvCxnSpPr>
        <p:spPr>
          <a:xfrm>
            <a:off x="10243676" y="4207217"/>
            <a:ext cx="40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137D75-BD38-1EC1-1034-CA3E12C901EA}"/>
              </a:ext>
            </a:extLst>
          </p:cNvPr>
          <p:cNvSpPr txBox="1"/>
          <p:nvPr/>
        </p:nvSpPr>
        <p:spPr>
          <a:xfrm>
            <a:off x="10099245" y="339161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E76A58-27FC-7595-8841-B7B46C87888E}"/>
              </a:ext>
            </a:extLst>
          </p:cNvPr>
          <p:cNvSpPr txBox="1"/>
          <p:nvPr/>
        </p:nvSpPr>
        <p:spPr>
          <a:xfrm>
            <a:off x="2084584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993A8D-F96D-5936-B407-A2A209791E0E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31117A-B525-1D55-65CE-7881F99E3296}"/>
              </a:ext>
            </a:extLst>
          </p:cNvPr>
          <p:cNvSpPr txBox="1"/>
          <p:nvPr/>
        </p:nvSpPr>
        <p:spPr>
          <a:xfrm>
            <a:off x="7171462" y="400181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852B4-3F95-264E-C821-57637C211A40}"/>
              </a:ext>
            </a:extLst>
          </p:cNvPr>
          <p:cNvSpPr txBox="1"/>
          <p:nvPr/>
        </p:nvSpPr>
        <p:spPr>
          <a:xfrm>
            <a:off x="9072570" y="400181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2A5AB7-7E37-62FF-2DB9-2E72F0652E13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73FEE-3344-3112-B0E8-599890D49A0A}"/>
              </a:ext>
            </a:extLst>
          </p:cNvPr>
          <p:cNvSpPr txBox="1"/>
          <p:nvPr/>
        </p:nvSpPr>
        <p:spPr>
          <a:xfrm>
            <a:off x="10704222" y="400181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C68BB90-8D34-9E0D-6D54-038C5CD78A56}"/>
              </a:ext>
            </a:extLst>
          </p:cNvPr>
          <p:cNvSpPr/>
          <p:nvPr/>
        </p:nvSpPr>
        <p:spPr>
          <a:xfrm rot="10800000">
            <a:off x="2443586" y="2202343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8DA10A47-4CA5-9365-D986-B2170F9BC451}"/>
              </a:ext>
            </a:extLst>
          </p:cNvPr>
          <p:cNvSpPr/>
          <p:nvPr/>
        </p:nvSpPr>
        <p:spPr>
          <a:xfrm rot="10800000">
            <a:off x="9117657" y="2193032"/>
            <a:ext cx="253191" cy="87515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0741C6-66EF-B065-C21E-C0BE6F7B38E1}"/>
                  </a:ext>
                </a:extLst>
              </p:cNvPr>
              <p:cNvSpPr txBox="1"/>
              <p:nvPr/>
            </p:nvSpPr>
            <p:spPr>
              <a:xfrm>
                <a:off x="7192340" y="1585410"/>
                <a:ext cx="317395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0741C6-66EF-B065-C21E-C0BE6F7B3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340" y="1585410"/>
                <a:ext cx="317395" cy="312458"/>
              </a:xfrm>
              <a:prstGeom prst="rect">
                <a:avLst/>
              </a:prstGeom>
              <a:blipFill>
                <a:blip r:embed="rId2"/>
                <a:stretch>
                  <a:fillRect l="-19231" r="-19231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41628B-5304-896B-EBFC-CD7C89078375}"/>
                  </a:ext>
                </a:extLst>
              </p:cNvPr>
              <p:cNvSpPr txBox="1"/>
              <p:nvPr/>
            </p:nvSpPr>
            <p:spPr>
              <a:xfrm>
                <a:off x="4308641" y="1560323"/>
                <a:ext cx="317395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41628B-5304-896B-EBFC-CD7C89078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641" y="1560323"/>
                <a:ext cx="317395" cy="312458"/>
              </a:xfrm>
              <a:prstGeom prst="rect">
                <a:avLst/>
              </a:prstGeom>
              <a:blipFill>
                <a:blip r:embed="rId3"/>
                <a:stretch>
                  <a:fillRect l="-19231" r="-1923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CC0063-AA53-C98F-3971-95D92C3AAA71}"/>
                  </a:ext>
                </a:extLst>
              </p:cNvPr>
              <p:cNvSpPr txBox="1"/>
              <p:nvPr/>
            </p:nvSpPr>
            <p:spPr>
              <a:xfrm>
                <a:off x="9620924" y="2192998"/>
                <a:ext cx="446404" cy="317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𝐹𝑏𝑦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CC0063-AA53-C98F-3971-95D92C3AA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924" y="2192998"/>
                <a:ext cx="446404" cy="317972"/>
              </a:xfrm>
              <a:prstGeom prst="rect">
                <a:avLst/>
              </a:prstGeom>
              <a:blipFill>
                <a:blip r:embed="rId4"/>
                <a:stretch>
                  <a:fillRect l="-19178" r="-1780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34F576-72FD-EF34-A169-9946FA6C9E0C}"/>
                  </a:ext>
                </a:extLst>
              </p:cNvPr>
              <p:cNvSpPr txBox="1"/>
              <p:nvPr/>
            </p:nvSpPr>
            <p:spPr>
              <a:xfrm>
                <a:off x="1795435" y="2182117"/>
                <a:ext cx="449610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34F576-72FD-EF34-A169-9946FA6C9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35" y="2182117"/>
                <a:ext cx="449610" cy="310598"/>
              </a:xfrm>
              <a:prstGeom prst="rect">
                <a:avLst/>
              </a:prstGeom>
              <a:blipFill>
                <a:blip r:embed="rId5"/>
                <a:stretch>
                  <a:fillRect l="-19178" r="-17808" b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3BB0BFCE-93B8-F315-AA3D-ABEFE23C928E}"/>
              </a:ext>
            </a:extLst>
          </p:cNvPr>
          <p:cNvSpPr/>
          <p:nvPr/>
        </p:nvSpPr>
        <p:spPr>
          <a:xfrm>
            <a:off x="2566220" y="3078516"/>
            <a:ext cx="774480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C79B28-13BD-C9F6-09E1-5C975C8EE9F3}"/>
              </a:ext>
            </a:extLst>
          </p:cNvPr>
          <p:cNvSpPr/>
          <p:nvPr/>
        </p:nvSpPr>
        <p:spPr>
          <a:xfrm>
            <a:off x="8472759" y="3083726"/>
            <a:ext cx="774480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796ED5-8D46-88E0-087F-97A668C14058}"/>
              </a:ext>
            </a:extLst>
          </p:cNvPr>
          <p:cNvSpPr/>
          <p:nvPr/>
        </p:nvSpPr>
        <p:spPr>
          <a:xfrm>
            <a:off x="3340699" y="3083725"/>
            <a:ext cx="2031031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E7C23F-F058-09FF-B776-F08047204205}"/>
              </a:ext>
            </a:extLst>
          </p:cNvPr>
          <p:cNvSpPr/>
          <p:nvPr/>
        </p:nvSpPr>
        <p:spPr>
          <a:xfrm>
            <a:off x="6436811" y="3078516"/>
            <a:ext cx="2031031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4191C7-1C39-B797-4161-24206D3F55C7}"/>
              </a:ext>
            </a:extLst>
          </p:cNvPr>
          <p:cNvSpPr/>
          <p:nvPr/>
        </p:nvSpPr>
        <p:spPr>
          <a:xfrm>
            <a:off x="5360067" y="3076691"/>
            <a:ext cx="1071827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025B80-9349-BF2D-2BF9-7FB10A04662B}"/>
              </a:ext>
            </a:extLst>
          </p:cNvPr>
          <p:cNvCxnSpPr>
            <a:cxnSpLocks/>
          </p:cNvCxnSpPr>
          <p:nvPr/>
        </p:nvCxnSpPr>
        <p:spPr>
          <a:xfrm flipH="1">
            <a:off x="3337865" y="1612490"/>
            <a:ext cx="7750" cy="308752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C99BC9D-824A-6232-1F90-FDA41C139D97}"/>
              </a:ext>
            </a:extLst>
          </p:cNvPr>
          <p:cNvCxnSpPr>
            <a:cxnSpLocks/>
          </p:cNvCxnSpPr>
          <p:nvPr/>
        </p:nvCxnSpPr>
        <p:spPr>
          <a:xfrm flipH="1">
            <a:off x="5360067" y="2351984"/>
            <a:ext cx="16579" cy="234803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6BBF232-F419-B3F3-3C8C-C37F0738F3AB}"/>
              </a:ext>
            </a:extLst>
          </p:cNvPr>
          <p:cNvCxnSpPr/>
          <p:nvPr/>
        </p:nvCxnSpPr>
        <p:spPr>
          <a:xfrm>
            <a:off x="6423529" y="2705412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DBCE81-8B4D-D6E9-3CF4-A7DC51653D13}"/>
              </a:ext>
            </a:extLst>
          </p:cNvPr>
          <p:cNvCxnSpPr/>
          <p:nvPr/>
        </p:nvCxnSpPr>
        <p:spPr>
          <a:xfrm>
            <a:off x="8472758" y="2711870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891FC86-E2DE-AFDB-F4FB-F1B3B71017EA}"/>
              </a:ext>
            </a:extLst>
          </p:cNvPr>
          <p:cNvCxnSpPr/>
          <p:nvPr/>
        </p:nvCxnSpPr>
        <p:spPr>
          <a:xfrm>
            <a:off x="2560551" y="3655559"/>
            <a:ext cx="1892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B4D4968-58CD-5BFF-0461-7C299A8AC3F2}"/>
              </a:ext>
            </a:extLst>
          </p:cNvPr>
          <p:cNvCxnSpPr/>
          <p:nvPr/>
        </p:nvCxnSpPr>
        <p:spPr>
          <a:xfrm>
            <a:off x="7343945" y="3655559"/>
            <a:ext cx="18927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4E4AEAD-F7F1-F873-83CC-15CEC6575793}"/>
              </a:ext>
            </a:extLst>
          </p:cNvPr>
          <p:cNvCxnSpPr/>
          <p:nvPr/>
        </p:nvCxnSpPr>
        <p:spPr>
          <a:xfrm>
            <a:off x="4453260" y="3655559"/>
            <a:ext cx="28906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Box 2">
            <a:extLst>
              <a:ext uri="{FF2B5EF4-FFF2-40B4-BE49-F238E27FC236}">
                <a16:creationId xmlns:a16="http://schemas.microsoft.com/office/drawing/2014/main" id="{5959C20C-74B6-F64C-1C4A-DA2245A0C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4903" y="3775668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145 mm</a:t>
            </a:r>
          </a:p>
        </p:txBody>
      </p:sp>
      <p:sp>
        <p:nvSpPr>
          <p:cNvPr id="43" name="Text Box 2">
            <a:extLst>
              <a:ext uri="{FF2B5EF4-FFF2-40B4-BE49-F238E27FC236}">
                <a16:creationId xmlns:a16="http://schemas.microsoft.com/office/drawing/2014/main" id="{E3104B16-91C6-E943-76B8-4815624D8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330" y="3794019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145 mm</a:t>
            </a:r>
          </a:p>
        </p:txBody>
      </p:sp>
      <p:sp>
        <p:nvSpPr>
          <p:cNvPr id="44" name="Text Box 2">
            <a:extLst>
              <a:ext uri="{FF2B5EF4-FFF2-40B4-BE49-F238E27FC236}">
                <a16:creationId xmlns:a16="http://schemas.microsoft.com/office/drawing/2014/main" id="{30076BA8-10DC-0DCC-273E-A297B2726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350" y="3794019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290 </a:t>
            </a: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mm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C89EAE6-C89F-7B5C-ACDA-45CCEFA25C21}"/>
              </a:ext>
            </a:extLst>
          </p:cNvPr>
          <p:cNvCxnSpPr>
            <a:cxnSpLocks/>
          </p:cNvCxnSpPr>
          <p:nvPr/>
        </p:nvCxnSpPr>
        <p:spPr>
          <a:xfrm>
            <a:off x="2581720" y="2052311"/>
            <a:ext cx="7589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Box 2">
            <a:extLst>
              <a:ext uri="{FF2B5EF4-FFF2-40B4-BE49-F238E27FC236}">
                <a16:creationId xmlns:a16="http://schemas.microsoft.com/office/drawing/2014/main" id="{C4438A4D-185C-5A01-E51F-8CA1E52E1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885" y="1586621"/>
            <a:ext cx="758980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60</a:t>
            </a: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mm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BD3D386-EC39-BFDB-FD23-DD07E9300C76}"/>
              </a:ext>
            </a:extLst>
          </p:cNvPr>
          <p:cNvCxnSpPr>
            <a:cxnSpLocks/>
          </p:cNvCxnSpPr>
          <p:nvPr/>
        </p:nvCxnSpPr>
        <p:spPr>
          <a:xfrm>
            <a:off x="5373274" y="2612430"/>
            <a:ext cx="53591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 Box 2">
            <a:extLst>
              <a:ext uri="{FF2B5EF4-FFF2-40B4-BE49-F238E27FC236}">
                <a16:creationId xmlns:a16="http://schemas.microsoft.com/office/drawing/2014/main" id="{142F18C4-F96B-0C70-E802-942808105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432" y="2206398"/>
            <a:ext cx="869041" cy="26924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41 </a:t>
            </a: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mm</a:t>
            </a:r>
          </a:p>
        </p:txBody>
      </p:sp>
      <p:sp>
        <p:nvSpPr>
          <p:cNvPr id="38" name="Text Box 2">
            <a:extLst>
              <a:ext uri="{FF2B5EF4-FFF2-40B4-BE49-F238E27FC236}">
                <a16:creationId xmlns:a16="http://schemas.microsoft.com/office/drawing/2014/main" id="{4CA6AB86-EC47-269A-CD2B-F8B774DD2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081" y="4470042"/>
            <a:ext cx="384838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45" name="Text Box 2">
            <a:extLst>
              <a:ext uri="{FF2B5EF4-FFF2-40B4-BE49-F238E27FC236}">
                <a16:creationId xmlns:a16="http://schemas.microsoft.com/office/drawing/2014/main" id="{5322433D-9691-3BF7-E2CB-439E87FFE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535" y="4470043"/>
            <a:ext cx="869041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47" name="Text Box 2">
            <a:extLst>
              <a:ext uri="{FF2B5EF4-FFF2-40B4-BE49-F238E27FC236}">
                <a16:creationId xmlns:a16="http://schemas.microsoft.com/office/drawing/2014/main" id="{AC121B33-A718-0F77-B76C-20E376131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0846" y="4473344"/>
            <a:ext cx="384838" cy="39918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solidFill>
                  <a:srgbClr val="00B05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(3)</a:t>
            </a:r>
            <a:endParaRPr lang="en-US" sz="1300" kern="100">
              <a:solidFill>
                <a:srgbClr val="00B05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187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643DCE-C915-9882-A134-C8D1C1C96D05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8D34FF-B698-F723-1BFD-121A8DEE526F}"/>
              </a:ext>
            </a:extLst>
          </p:cNvPr>
          <p:cNvCxnSpPr>
            <a:cxnSpLocks/>
          </p:cNvCxnSpPr>
          <p:nvPr/>
        </p:nvCxnSpPr>
        <p:spPr>
          <a:xfrm>
            <a:off x="2571136" y="1612490"/>
            <a:ext cx="0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0CE572-EF28-D49F-348E-2458242376C0}"/>
              </a:ext>
            </a:extLst>
          </p:cNvPr>
          <p:cNvCxnSpPr>
            <a:cxnSpLocks/>
          </p:cNvCxnSpPr>
          <p:nvPr/>
        </p:nvCxnSpPr>
        <p:spPr>
          <a:xfrm flipH="1">
            <a:off x="9247239" y="1612490"/>
            <a:ext cx="9833" cy="2163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D93D92-D368-0AFA-F942-84617B04FCFE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DD2B07-A0FC-6A06-A268-690759F27CFA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0EFB1AA-7141-5505-3F8F-95BC9AFA5495}"/>
              </a:ext>
            </a:extLst>
          </p:cNvPr>
          <p:cNvSpPr txBox="1"/>
          <p:nvPr/>
        </p:nvSpPr>
        <p:spPr>
          <a:xfrm>
            <a:off x="2409720" y="40018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A337C5-8F37-A2B1-0289-5C7F91795B41}"/>
              </a:ext>
            </a:extLst>
          </p:cNvPr>
          <p:cNvSpPr txBox="1"/>
          <p:nvPr/>
        </p:nvSpPr>
        <p:spPr>
          <a:xfrm>
            <a:off x="4301781" y="40018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B090A-04D8-168E-603A-61EF30AB22A2}"/>
              </a:ext>
            </a:extLst>
          </p:cNvPr>
          <p:cNvSpPr txBox="1"/>
          <p:nvPr/>
        </p:nvSpPr>
        <p:spPr>
          <a:xfrm>
            <a:off x="7171262" y="407599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92D28-FF07-D195-AEDC-090B2338BB55}"/>
              </a:ext>
            </a:extLst>
          </p:cNvPr>
          <p:cNvSpPr txBox="1"/>
          <p:nvPr/>
        </p:nvSpPr>
        <p:spPr>
          <a:xfrm>
            <a:off x="9069873" y="40759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754F8C-655D-4CAB-F448-4112B870C4F1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CBF15-F98C-5031-6B39-84EACD62525E}"/>
              </a:ext>
            </a:extLst>
          </p:cNvPr>
          <p:cNvSpPr txBox="1"/>
          <p:nvPr/>
        </p:nvSpPr>
        <p:spPr>
          <a:xfrm>
            <a:off x="1482560" y="269407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97EF87-548A-5081-F0E5-EC07216FE9C4}"/>
              </a:ext>
            </a:extLst>
          </p:cNvPr>
          <p:cNvSpPr/>
          <p:nvPr/>
        </p:nvSpPr>
        <p:spPr>
          <a:xfrm>
            <a:off x="2570181" y="2075412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DE2930-5D39-5DC8-A28F-D77EBE8CC959}"/>
              </a:ext>
            </a:extLst>
          </p:cNvPr>
          <p:cNvSpPr/>
          <p:nvPr/>
        </p:nvSpPr>
        <p:spPr>
          <a:xfrm>
            <a:off x="7343745" y="3091973"/>
            <a:ext cx="1893661" cy="1016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FA5B92-0393-19BB-A895-BB161A20A641}"/>
              </a:ext>
            </a:extLst>
          </p:cNvPr>
          <p:cNvSpPr txBox="1"/>
          <p:nvPr/>
        </p:nvSpPr>
        <p:spPr>
          <a:xfrm>
            <a:off x="3296114" y="242848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BEAE28-F3A9-DDB3-2996-25093BE8F189}"/>
              </a:ext>
            </a:extLst>
          </p:cNvPr>
          <p:cNvSpPr txBox="1"/>
          <p:nvPr/>
        </p:nvSpPr>
        <p:spPr>
          <a:xfrm>
            <a:off x="8072135" y="343758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-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30EE95-D382-1854-7999-05116208D659}"/>
              </a:ext>
            </a:extLst>
          </p:cNvPr>
          <p:cNvSpPr txBox="1"/>
          <p:nvPr/>
        </p:nvSpPr>
        <p:spPr>
          <a:xfrm>
            <a:off x="4855464" y="1973033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589 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FBE3012-3F7B-4CC7-6982-DACFA6C8E5A4}"/>
              </a:ext>
            </a:extLst>
          </p:cNvPr>
          <p:cNvCxnSpPr/>
          <p:nvPr/>
        </p:nvCxnSpPr>
        <p:spPr>
          <a:xfrm flipV="1">
            <a:off x="4455362" y="2293093"/>
            <a:ext cx="557784" cy="270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30410D-9AF6-F5E4-14AD-97662676A6BA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5157E8-6BBE-F276-3C03-A5A96C1A5FCD}"/>
              </a:ext>
            </a:extLst>
          </p:cNvPr>
          <p:cNvCxnSpPr/>
          <p:nvPr/>
        </p:nvCxnSpPr>
        <p:spPr>
          <a:xfrm>
            <a:off x="3345615" y="2697055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16F22A-3C6B-4597-BC4B-60BCAE5FAF38}"/>
              </a:ext>
            </a:extLst>
          </p:cNvPr>
          <p:cNvCxnSpPr/>
          <p:nvPr/>
        </p:nvCxnSpPr>
        <p:spPr>
          <a:xfrm>
            <a:off x="5376646" y="2702726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68469C5-4F19-8BBA-62A6-F9C161D7F4D6}"/>
              </a:ext>
            </a:extLst>
          </p:cNvPr>
          <p:cNvCxnSpPr/>
          <p:nvPr/>
        </p:nvCxnSpPr>
        <p:spPr>
          <a:xfrm>
            <a:off x="6423529" y="2705412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9FB09A-A957-9970-0C8A-A16A06419FE7}"/>
              </a:ext>
            </a:extLst>
          </p:cNvPr>
          <p:cNvCxnSpPr/>
          <p:nvPr/>
        </p:nvCxnSpPr>
        <p:spPr>
          <a:xfrm>
            <a:off x="8472758" y="2711870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0B5FECC-F544-BBD2-A626-1FAB4D37E9C7}"/>
              </a:ext>
            </a:extLst>
          </p:cNvPr>
          <p:cNvSpPr/>
          <p:nvPr/>
        </p:nvSpPr>
        <p:spPr>
          <a:xfrm>
            <a:off x="2566220" y="3078516"/>
            <a:ext cx="774480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62BFD7-8BBE-28E1-81FB-D9DF5D9F8C11}"/>
              </a:ext>
            </a:extLst>
          </p:cNvPr>
          <p:cNvSpPr/>
          <p:nvPr/>
        </p:nvSpPr>
        <p:spPr>
          <a:xfrm>
            <a:off x="8472759" y="3083726"/>
            <a:ext cx="774480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591CED-E588-6393-0CD9-B2CA6E8E10B4}"/>
              </a:ext>
            </a:extLst>
          </p:cNvPr>
          <p:cNvSpPr/>
          <p:nvPr/>
        </p:nvSpPr>
        <p:spPr>
          <a:xfrm>
            <a:off x="3340699" y="3083725"/>
            <a:ext cx="2031031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735197-DEEB-EF52-9277-F972C26D026A}"/>
              </a:ext>
            </a:extLst>
          </p:cNvPr>
          <p:cNvSpPr/>
          <p:nvPr/>
        </p:nvSpPr>
        <p:spPr>
          <a:xfrm>
            <a:off x="6436811" y="3078516"/>
            <a:ext cx="2031031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8DB0D34-115C-8E9A-5A17-866E5CC6F429}"/>
              </a:ext>
            </a:extLst>
          </p:cNvPr>
          <p:cNvSpPr/>
          <p:nvPr/>
        </p:nvSpPr>
        <p:spPr>
          <a:xfrm>
            <a:off x="5360067" y="3076691"/>
            <a:ext cx="1071827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27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AF241C-D05D-BC3D-19C7-850949056FFD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0F3F8D-0DCB-6E13-197D-E7EE33961710}"/>
              </a:ext>
            </a:extLst>
          </p:cNvPr>
          <p:cNvCxnSpPr>
            <a:cxnSpLocks/>
          </p:cNvCxnSpPr>
          <p:nvPr/>
        </p:nvCxnSpPr>
        <p:spPr>
          <a:xfrm>
            <a:off x="2571136" y="2523744"/>
            <a:ext cx="0" cy="12519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E8F6D5-13CD-60CD-3E16-D14FCF5EA772}"/>
              </a:ext>
            </a:extLst>
          </p:cNvPr>
          <p:cNvCxnSpPr>
            <a:cxnSpLocks/>
          </p:cNvCxnSpPr>
          <p:nvPr/>
        </p:nvCxnSpPr>
        <p:spPr>
          <a:xfrm>
            <a:off x="9247239" y="2451001"/>
            <a:ext cx="0" cy="13246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E45FA3-6924-B3EE-44FF-7E6B184317BD}"/>
              </a:ext>
            </a:extLst>
          </p:cNvPr>
          <p:cNvCxnSpPr>
            <a:cxnSpLocks/>
          </p:cNvCxnSpPr>
          <p:nvPr/>
        </p:nvCxnSpPr>
        <p:spPr>
          <a:xfrm>
            <a:off x="4463845" y="3102077"/>
            <a:ext cx="0" cy="6012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882ADD-7504-C675-6043-D880FAF0C74E}"/>
              </a:ext>
            </a:extLst>
          </p:cNvPr>
          <p:cNvCxnSpPr>
            <a:cxnSpLocks/>
          </p:cNvCxnSpPr>
          <p:nvPr/>
        </p:nvCxnSpPr>
        <p:spPr>
          <a:xfrm flipH="1">
            <a:off x="7343945" y="3102077"/>
            <a:ext cx="5669" cy="7838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275F98-FB85-2982-1E72-45731C757B24}"/>
              </a:ext>
            </a:extLst>
          </p:cNvPr>
          <p:cNvSpPr txBox="1"/>
          <p:nvPr/>
        </p:nvSpPr>
        <p:spPr>
          <a:xfrm>
            <a:off x="2409720" y="440699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47E82D-66DB-D317-4971-E685B1934BC6}"/>
              </a:ext>
            </a:extLst>
          </p:cNvPr>
          <p:cNvSpPr txBox="1"/>
          <p:nvPr/>
        </p:nvSpPr>
        <p:spPr>
          <a:xfrm>
            <a:off x="4301781" y="440699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65D573-7B11-14F8-8077-D5F4006D4CFC}"/>
              </a:ext>
            </a:extLst>
          </p:cNvPr>
          <p:cNvSpPr txBox="1"/>
          <p:nvPr/>
        </p:nvSpPr>
        <p:spPr>
          <a:xfrm>
            <a:off x="7171261" y="4406999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76EA37-B46E-43C0-1F2C-39A2E7226BD1}"/>
              </a:ext>
            </a:extLst>
          </p:cNvPr>
          <p:cNvSpPr txBox="1"/>
          <p:nvPr/>
        </p:nvSpPr>
        <p:spPr>
          <a:xfrm>
            <a:off x="9069872" y="440699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1ADED5-55FD-6F21-29FF-FC404AE5A7CF}"/>
              </a:ext>
            </a:extLst>
          </p:cNvPr>
          <p:cNvSpPr/>
          <p:nvPr/>
        </p:nvSpPr>
        <p:spPr>
          <a:xfrm>
            <a:off x="2553936" y="3072239"/>
            <a:ext cx="6693303" cy="63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5B5944-AA16-BA99-F81A-FE4650B8B026}"/>
              </a:ext>
            </a:extLst>
          </p:cNvPr>
          <p:cNvSpPr txBox="1"/>
          <p:nvPr/>
        </p:nvSpPr>
        <p:spPr>
          <a:xfrm>
            <a:off x="1482560" y="2694079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Mz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E4B36E-01C3-F9D1-2377-4DB16A35EF92}"/>
              </a:ext>
            </a:extLst>
          </p:cNvPr>
          <p:cNvSpPr/>
          <p:nvPr/>
        </p:nvSpPr>
        <p:spPr>
          <a:xfrm flipV="1">
            <a:off x="4463845" y="3097702"/>
            <a:ext cx="2880100" cy="1251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FE42E0-C302-20F6-B54C-B4DE0A6431AE}"/>
              </a:ext>
            </a:extLst>
          </p:cNvPr>
          <p:cNvSpPr txBox="1"/>
          <p:nvPr/>
        </p:nvSpPr>
        <p:spPr>
          <a:xfrm>
            <a:off x="5630740" y="380215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9511466-5468-2ACD-00C8-CEBD81D65113}"/>
              </a:ext>
            </a:extLst>
          </p:cNvPr>
          <p:cNvCxnSpPr>
            <a:stCxn id="13" idx="1"/>
          </p:cNvCxnSpPr>
          <p:nvPr/>
        </p:nvCxnSpPr>
        <p:spPr>
          <a:xfrm>
            <a:off x="2553936" y="3104103"/>
            <a:ext cx="1909909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1A4CCC-BF34-C19C-63B8-6389097F242E}"/>
              </a:ext>
            </a:extLst>
          </p:cNvPr>
          <p:cNvCxnSpPr>
            <a:stCxn id="13" idx="3"/>
          </p:cNvCxnSpPr>
          <p:nvPr/>
        </p:nvCxnSpPr>
        <p:spPr>
          <a:xfrm flipH="1">
            <a:off x="7343945" y="3104103"/>
            <a:ext cx="1903294" cy="1245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306CA15-711D-906E-1882-E6B6E3162947}"/>
              </a:ext>
            </a:extLst>
          </p:cNvPr>
          <p:cNvSpPr txBox="1"/>
          <p:nvPr/>
        </p:nvSpPr>
        <p:spPr>
          <a:xfrm>
            <a:off x="4625909" y="2155753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85.405 </a:t>
            </a:r>
            <a:r>
              <a:rPr lang="en-US" err="1"/>
              <a:t>N.m</a:t>
            </a:r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755E88-792E-54EE-2066-522FC6937728}"/>
              </a:ext>
            </a:extLst>
          </p:cNvPr>
          <p:cNvCxnSpPr>
            <a:cxnSpLocks/>
            <a:stCxn id="15" idx="1"/>
          </p:cNvCxnSpPr>
          <p:nvPr/>
        </p:nvCxnSpPr>
        <p:spPr>
          <a:xfrm flipV="1">
            <a:off x="4463845" y="2554766"/>
            <a:ext cx="660504" cy="11688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401D3BF-2E35-3378-9D31-E2B37B7EB7A7}"/>
              </a:ext>
            </a:extLst>
          </p:cNvPr>
          <p:cNvCxnSpPr/>
          <p:nvPr/>
        </p:nvCxnSpPr>
        <p:spPr>
          <a:xfrm>
            <a:off x="3345615" y="2697055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233859A-7021-D427-6973-D92E7220783C}"/>
              </a:ext>
            </a:extLst>
          </p:cNvPr>
          <p:cNvCxnSpPr/>
          <p:nvPr/>
        </p:nvCxnSpPr>
        <p:spPr>
          <a:xfrm>
            <a:off x="5364983" y="2725937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29447A-C08F-D9F0-34A2-01473DC9FD0A}"/>
              </a:ext>
            </a:extLst>
          </p:cNvPr>
          <p:cNvCxnSpPr/>
          <p:nvPr/>
        </p:nvCxnSpPr>
        <p:spPr>
          <a:xfrm>
            <a:off x="6436810" y="2725937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0C96E00-00CA-2075-8785-332D4C907666}"/>
              </a:ext>
            </a:extLst>
          </p:cNvPr>
          <p:cNvCxnSpPr/>
          <p:nvPr/>
        </p:nvCxnSpPr>
        <p:spPr>
          <a:xfrm>
            <a:off x="8472758" y="2703006"/>
            <a:ext cx="0" cy="8778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DCA49DF-6B32-EA41-C5BD-C516C8737077}"/>
              </a:ext>
            </a:extLst>
          </p:cNvPr>
          <p:cNvCxnSpPr>
            <a:cxnSpLocks/>
          </p:cNvCxnSpPr>
          <p:nvPr/>
        </p:nvCxnSpPr>
        <p:spPr>
          <a:xfrm>
            <a:off x="5909187" y="2505456"/>
            <a:ext cx="0" cy="12702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C2D7B75-C451-F169-08F6-7B0C974D9F9F}"/>
              </a:ext>
            </a:extLst>
          </p:cNvPr>
          <p:cNvSpPr/>
          <p:nvPr/>
        </p:nvSpPr>
        <p:spPr>
          <a:xfrm>
            <a:off x="2566220" y="3078516"/>
            <a:ext cx="774480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AA11D2-CC5F-F0A7-8D3D-9524C2E9C10E}"/>
              </a:ext>
            </a:extLst>
          </p:cNvPr>
          <p:cNvSpPr/>
          <p:nvPr/>
        </p:nvSpPr>
        <p:spPr>
          <a:xfrm>
            <a:off x="8472759" y="3083726"/>
            <a:ext cx="774480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D5F658-6504-42DE-9B4C-9160D5A85B94}"/>
              </a:ext>
            </a:extLst>
          </p:cNvPr>
          <p:cNvSpPr/>
          <p:nvPr/>
        </p:nvSpPr>
        <p:spPr>
          <a:xfrm>
            <a:off x="3340699" y="3083725"/>
            <a:ext cx="2031031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69FEE2-AEEC-4D37-AF94-4F37739022CF}"/>
              </a:ext>
            </a:extLst>
          </p:cNvPr>
          <p:cNvSpPr/>
          <p:nvPr/>
        </p:nvSpPr>
        <p:spPr>
          <a:xfrm>
            <a:off x="6436811" y="3078516"/>
            <a:ext cx="2031031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D74527-833F-E131-593D-FEC9DF0D7F29}"/>
              </a:ext>
            </a:extLst>
          </p:cNvPr>
          <p:cNvSpPr/>
          <p:nvPr/>
        </p:nvSpPr>
        <p:spPr>
          <a:xfrm>
            <a:off x="5360067" y="3076691"/>
            <a:ext cx="1071827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60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538193-6CA3-58F6-B438-7F33A7CE44C7}"/>
              </a:ext>
            </a:extLst>
          </p:cNvPr>
          <p:cNvCxnSpPr>
            <a:cxnSpLocks/>
          </p:cNvCxnSpPr>
          <p:nvPr/>
        </p:nvCxnSpPr>
        <p:spPr>
          <a:xfrm flipH="1">
            <a:off x="3063240" y="1553525"/>
            <a:ext cx="9140" cy="281654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07D030-2462-C4D7-607F-AF7FAA65A05F}"/>
              </a:ext>
            </a:extLst>
          </p:cNvPr>
          <p:cNvCxnSpPr>
            <a:cxnSpLocks/>
          </p:cNvCxnSpPr>
          <p:nvPr/>
        </p:nvCxnSpPr>
        <p:spPr>
          <a:xfrm>
            <a:off x="8976360" y="1553525"/>
            <a:ext cx="0" cy="280282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BB620B-B206-B34A-F83E-D64B050180BC}"/>
              </a:ext>
            </a:extLst>
          </p:cNvPr>
          <p:cNvCxnSpPr/>
          <p:nvPr/>
        </p:nvCxnSpPr>
        <p:spPr>
          <a:xfrm>
            <a:off x="3072380" y="1882902"/>
            <a:ext cx="59039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rrow: Down 8">
            <a:extLst>
              <a:ext uri="{FF2B5EF4-FFF2-40B4-BE49-F238E27FC236}">
                <a16:creationId xmlns:a16="http://schemas.microsoft.com/office/drawing/2014/main" id="{4D7CBB8E-14C3-12AC-9F67-F630BBE184DE}"/>
              </a:ext>
            </a:extLst>
          </p:cNvPr>
          <p:cNvSpPr/>
          <p:nvPr/>
        </p:nvSpPr>
        <p:spPr>
          <a:xfrm rot="10800000">
            <a:off x="2833122" y="3281934"/>
            <a:ext cx="448055" cy="12893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A9B038-5460-00E1-BA70-D524C47D7565}"/>
              </a:ext>
            </a:extLst>
          </p:cNvPr>
          <p:cNvCxnSpPr>
            <a:cxnSpLocks/>
          </p:cNvCxnSpPr>
          <p:nvPr/>
        </p:nvCxnSpPr>
        <p:spPr>
          <a:xfrm flipH="1">
            <a:off x="6498339" y="1553525"/>
            <a:ext cx="3045" cy="280282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B4263A-D9DF-006F-38D1-13C352F47EE5}"/>
              </a:ext>
            </a:extLst>
          </p:cNvPr>
          <p:cNvSpPr/>
          <p:nvPr/>
        </p:nvSpPr>
        <p:spPr>
          <a:xfrm>
            <a:off x="6501383" y="2539365"/>
            <a:ext cx="2474973" cy="3657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D627F-C4E7-EB6F-0707-DEBB7AC13BEC}"/>
              </a:ext>
            </a:extLst>
          </p:cNvPr>
          <p:cNvSpPr/>
          <p:nvPr/>
        </p:nvSpPr>
        <p:spPr>
          <a:xfrm>
            <a:off x="6498339" y="3246121"/>
            <a:ext cx="2478017" cy="3657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D6B119-8CF6-5E42-7AAF-2BAF91F16998}"/>
              </a:ext>
            </a:extLst>
          </p:cNvPr>
          <p:cNvSpPr/>
          <p:nvPr/>
        </p:nvSpPr>
        <p:spPr>
          <a:xfrm>
            <a:off x="3057150" y="2917697"/>
            <a:ext cx="5919207" cy="3383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AD7DF30-726B-7EDB-3F81-7E8C9611A651}"/>
              </a:ext>
            </a:extLst>
          </p:cNvPr>
          <p:cNvCxnSpPr>
            <a:cxnSpLocks/>
          </p:cNvCxnSpPr>
          <p:nvPr/>
        </p:nvCxnSpPr>
        <p:spPr>
          <a:xfrm>
            <a:off x="3057150" y="2291334"/>
            <a:ext cx="344118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Box 2">
            <a:extLst>
              <a:ext uri="{FF2B5EF4-FFF2-40B4-BE49-F238E27FC236}">
                <a16:creationId xmlns:a16="http://schemas.microsoft.com/office/drawing/2014/main" id="{ABDF6A4E-E97D-4189-4434-CE9967F25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159" y="1553525"/>
            <a:ext cx="869041" cy="22822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100 mm</a:t>
            </a:r>
          </a:p>
        </p:txBody>
      </p:sp>
      <p:sp>
        <p:nvSpPr>
          <p:cNvPr id="20" name="Text Box 2">
            <a:extLst>
              <a:ext uri="{FF2B5EF4-FFF2-40B4-BE49-F238E27FC236}">
                <a16:creationId xmlns:a16="http://schemas.microsoft.com/office/drawing/2014/main" id="{BEAB671C-DB22-60CD-13D6-53B7E2CFE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6269" y="1961957"/>
            <a:ext cx="869041" cy="22822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60</a:t>
            </a:r>
            <a:r>
              <a:rPr lang="en-US" sz="13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7D0624-FB9E-51FC-2F04-6E186F990295}"/>
              </a:ext>
            </a:extLst>
          </p:cNvPr>
          <p:cNvSpPr txBox="1"/>
          <p:nvPr/>
        </p:nvSpPr>
        <p:spPr>
          <a:xfrm>
            <a:off x="2595326" y="470280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882.9 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A2A0ED-4383-1AC5-AF36-CF67E2D24E18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1760FE9-DBE0-A8F5-3A7A-2474D4722168}"/>
              </a:ext>
            </a:extLst>
          </p:cNvPr>
          <p:cNvSpPr txBox="1"/>
          <p:nvPr/>
        </p:nvSpPr>
        <p:spPr>
          <a:xfrm>
            <a:off x="2907349" y="1071874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8E2408-3C6E-3F80-A60A-CAFCA54D6C43}"/>
              </a:ext>
            </a:extLst>
          </p:cNvPr>
          <p:cNvSpPr txBox="1"/>
          <p:nvPr/>
        </p:nvSpPr>
        <p:spPr>
          <a:xfrm>
            <a:off x="6337878" y="110056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40BD54-9498-9513-8AD5-A8CB1EAEE1E9}"/>
              </a:ext>
            </a:extLst>
          </p:cNvPr>
          <p:cNvSpPr txBox="1"/>
          <p:nvPr/>
        </p:nvSpPr>
        <p:spPr>
          <a:xfrm>
            <a:off x="8815895" y="111797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95DA63-150C-F49D-D587-6544EA80E25A}"/>
              </a:ext>
            </a:extLst>
          </p:cNvPr>
          <p:cNvCxnSpPr>
            <a:cxnSpLocks/>
          </p:cNvCxnSpPr>
          <p:nvPr/>
        </p:nvCxnSpPr>
        <p:spPr>
          <a:xfrm flipV="1">
            <a:off x="10071774" y="4115847"/>
            <a:ext cx="0" cy="410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A65D32-587F-7924-211A-17BCD37E8F21}"/>
              </a:ext>
            </a:extLst>
          </p:cNvPr>
          <p:cNvCxnSpPr>
            <a:cxnSpLocks/>
          </p:cNvCxnSpPr>
          <p:nvPr/>
        </p:nvCxnSpPr>
        <p:spPr>
          <a:xfrm>
            <a:off x="10071774" y="4526657"/>
            <a:ext cx="40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213D926-D506-59C8-B603-538524B865C1}"/>
              </a:ext>
            </a:extLst>
          </p:cNvPr>
          <p:cNvSpPr txBox="1"/>
          <p:nvPr/>
        </p:nvSpPr>
        <p:spPr>
          <a:xfrm>
            <a:off x="9927343" y="371105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DA1A9C-21E0-A2A7-1E45-7CCEA3F4CC3A}"/>
              </a:ext>
            </a:extLst>
          </p:cNvPr>
          <p:cNvSpPr txBox="1"/>
          <p:nvPr/>
        </p:nvSpPr>
        <p:spPr>
          <a:xfrm>
            <a:off x="10532320" y="432125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04894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947C72-DC81-61F3-912E-3AF433E1A808}"/>
              </a:ext>
            </a:extLst>
          </p:cNvPr>
          <p:cNvCxnSpPr>
            <a:cxnSpLocks/>
          </p:cNvCxnSpPr>
          <p:nvPr/>
        </p:nvCxnSpPr>
        <p:spPr>
          <a:xfrm>
            <a:off x="3063240" y="1764030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5D91446-19D6-6EED-1D0F-53646A9A0187}"/>
              </a:ext>
            </a:extLst>
          </p:cNvPr>
          <p:cNvCxnSpPr>
            <a:cxnSpLocks/>
          </p:cNvCxnSpPr>
          <p:nvPr/>
        </p:nvCxnSpPr>
        <p:spPr>
          <a:xfrm>
            <a:off x="8976360" y="1750314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Arrow: Down 6">
            <a:extLst>
              <a:ext uri="{FF2B5EF4-FFF2-40B4-BE49-F238E27FC236}">
                <a16:creationId xmlns:a16="http://schemas.microsoft.com/office/drawing/2014/main" id="{3B51676A-3864-5BBF-4471-78C24873CA31}"/>
              </a:ext>
            </a:extLst>
          </p:cNvPr>
          <p:cNvSpPr/>
          <p:nvPr/>
        </p:nvSpPr>
        <p:spPr>
          <a:xfrm rot="10800000">
            <a:off x="2887212" y="3206950"/>
            <a:ext cx="370334" cy="12893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967B6F-A79C-EB4D-D028-4F576313E900}"/>
              </a:ext>
            </a:extLst>
          </p:cNvPr>
          <p:cNvCxnSpPr>
            <a:cxnSpLocks/>
          </p:cNvCxnSpPr>
          <p:nvPr/>
        </p:nvCxnSpPr>
        <p:spPr>
          <a:xfrm>
            <a:off x="6501384" y="2157222"/>
            <a:ext cx="0" cy="157505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85514F-62E9-5E75-FA3B-CD2306F6A70F}"/>
              </a:ext>
            </a:extLst>
          </p:cNvPr>
          <p:cNvSpPr txBox="1"/>
          <p:nvPr/>
        </p:nvSpPr>
        <p:spPr>
          <a:xfrm>
            <a:off x="2595326" y="470280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882.9 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74BAFE-DC34-448C-21B0-322EF2C06835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D1EE74F-4647-6890-5B18-B0E227143990}"/>
              </a:ext>
            </a:extLst>
          </p:cNvPr>
          <p:cNvSpPr/>
          <p:nvPr/>
        </p:nvSpPr>
        <p:spPr>
          <a:xfrm>
            <a:off x="3063258" y="3043024"/>
            <a:ext cx="5913102" cy="1181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5927DA41-1373-C693-23C4-65DE214D4501}"/>
              </a:ext>
            </a:extLst>
          </p:cNvPr>
          <p:cNvSpPr/>
          <p:nvPr/>
        </p:nvSpPr>
        <p:spPr>
          <a:xfrm>
            <a:off x="6357366" y="1788748"/>
            <a:ext cx="288036" cy="12299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330750F-63C7-DBB8-A1DB-2F05E11A9451}"/>
              </a:ext>
            </a:extLst>
          </p:cNvPr>
          <p:cNvCxnSpPr/>
          <p:nvPr/>
        </p:nvCxnSpPr>
        <p:spPr>
          <a:xfrm>
            <a:off x="6501384" y="3161129"/>
            <a:ext cx="2474976" cy="8713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8ACF34-0E1A-5C9A-B6F3-4120B59F281E}"/>
              </a:ext>
            </a:extLst>
          </p:cNvPr>
          <p:cNvCxnSpPr>
            <a:cxnSpLocks/>
          </p:cNvCxnSpPr>
          <p:nvPr/>
        </p:nvCxnSpPr>
        <p:spPr>
          <a:xfrm>
            <a:off x="8976360" y="3158869"/>
            <a:ext cx="0" cy="8947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8CA891-1213-3DAF-E323-30EC508AB32C}"/>
              </a:ext>
            </a:extLst>
          </p:cNvPr>
          <p:cNvCxnSpPr>
            <a:cxnSpLocks/>
          </p:cNvCxnSpPr>
          <p:nvPr/>
        </p:nvCxnSpPr>
        <p:spPr>
          <a:xfrm>
            <a:off x="6509657" y="3158869"/>
            <a:ext cx="24667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2E4FE8-2EC7-FF83-2E4D-DF5ECF1B5B77}"/>
              </a:ext>
            </a:extLst>
          </p:cNvPr>
          <p:cNvCxnSpPr/>
          <p:nvPr/>
        </p:nvCxnSpPr>
        <p:spPr>
          <a:xfrm flipV="1">
            <a:off x="7051766" y="3158869"/>
            <a:ext cx="0" cy="1982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7224260-6820-EDF7-D1AE-39E2E92E6EFB}"/>
              </a:ext>
            </a:extLst>
          </p:cNvPr>
          <p:cNvCxnSpPr/>
          <p:nvPr/>
        </p:nvCxnSpPr>
        <p:spPr>
          <a:xfrm flipV="1">
            <a:off x="7493726" y="3158869"/>
            <a:ext cx="0" cy="352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E493FE8-46E8-25DE-13D2-1386C0D2DC1D}"/>
              </a:ext>
            </a:extLst>
          </p:cNvPr>
          <p:cNvCxnSpPr>
            <a:cxnSpLocks/>
          </p:cNvCxnSpPr>
          <p:nvPr/>
        </p:nvCxnSpPr>
        <p:spPr>
          <a:xfrm flipV="1">
            <a:off x="7959634" y="3158869"/>
            <a:ext cx="0" cy="5117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51D244B-63B4-0BB6-198A-95C69DB85129}"/>
              </a:ext>
            </a:extLst>
          </p:cNvPr>
          <p:cNvCxnSpPr/>
          <p:nvPr/>
        </p:nvCxnSpPr>
        <p:spPr>
          <a:xfrm flipV="1">
            <a:off x="8447314" y="3158869"/>
            <a:ext cx="0" cy="692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CA60E90-2489-7574-C5D5-A9652B46E211}"/>
              </a:ext>
            </a:extLst>
          </p:cNvPr>
          <p:cNvCxnSpPr/>
          <p:nvPr/>
        </p:nvCxnSpPr>
        <p:spPr>
          <a:xfrm flipV="1">
            <a:off x="8976360" y="3158869"/>
            <a:ext cx="0" cy="8255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CDE4C8F-7826-CD82-158A-E802CD1D3F4F}"/>
              </a:ext>
            </a:extLst>
          </p:cNvPr>
          <p:cNvCxnSpPr/>
          <p:nvPr/>
        </p:nvCxnSpPr>
        <p:spPr>
          <a:xfrm flipV="1">
            <a:off x="6803756" y="3158869"/>
            <a:ext cx="0" cy="99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B0D385E-3D0A-D7CB-4DDE-A273866BDD49}"/>
              </a:ext>
            </a:extLst>
          </p:cNvPr>
          <p:cNvCxnSpPr/>
          <p:nvPr/>
        </p:nvCxnSpPr>
        <p:spPr>
          <a:xfrm flipV="1">
            <a:off x="7276455" y="3158869"/>
            <a:ext cx="0" cy="2701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922C15-48CE-DF07-4BC9-17417AF839E7}"/>
              </a:ext>
            </a:extLst>
          </p:cNvPr>
          <p:cNvCxnSpPr/>
          <p:nvPr/>
        </p:nvCxnSpPr>
        <p:spPr>
          <a:xfrm flipV="1">
            <a:off x="7736341" y="3158869"/>
            <a:ext cx="0" cy="4379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968E265-9EFD-8E6D-D0E6-0AB2506CA6B8}"/>
              </a:ext>
            </a:extLst>
          </p:cNvPr>
          <p:cNvCxnSpPr>
            <a:cxnSpLocks/>
          </p:cNvCxnSpPr>
          <p:nvPr/>
        </p:nvCxnSpPr>
        <p:spPr>
          <a:xfrm flipV="1">
            <a:off x="8206352" y="3158869"/>
            <a:ext cx="0" cy="6072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FD6FEA2-128C-879F-3FC3-D7688FF30DBB}"/>
              </a:ext>
            </a:extLst>
          </p:cNvPr>
          <p:cNvCxnSpPr/>
          <p:nvPr/>
        </p:nvCxnSpPr>
        <p:spPr>
          <a:xfrm flipV="1">
            <a:off x="8729420" y="3158869"/>
            <a:ext cx="0" cy="777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BC52170-80B3-4095-9327-584DE47ABDAC}"/>
              </a:ext>
            </a:extLst>
          </p:cNvPr>
          <p:cNvSpPr txBox="1"/>
          <p:nvPr/>
        </p:nvSpPr>
        <p:spPr>
          <a:xfrm>
            <a:off x="2907349" y="1071874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9225EF-90F6-0DEE-E02C-F8C33D228592}"/>
              </a:ext>
            </a:extLst>
          </p:cNvPr>
          <p:cNvSpPr txBox="1"/>
          <p:nvPr/>
        </p:nvSpPr>
        <p:spPr>
          <a:xfrm>
            <a:off x="6337878" y="110056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1C804B-5182-416D-4BD5-08010DCCE7EA}"/>
              </a:ext>
            </a:extLst>
          </p:cNvPr>
          <p:cNvSpPr txBox="1"/>
          <p:nvPr/>
        </p:nvSpPr>
        <p:spPr>
          <a:xfrm>
            <a:off x="8815895" y="111797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2BC6147-A1A2-77ED-9EC4-A5900C46C3CE}"/>
              </a:ext>
            </a:extLst>
          </p:cNvPr>
          <p:cNvCxnSpPr>
            <a:cxnSpLocks/>
          </p:cNvCxnSpPr>
          <p:nvPr/>
        </p:nvCxnSpPr>
        <p:spPr>
          <a:xfrm flipV="1">
            <a:off x="10071774" y="4115847"/>
            <a:ext cx="0" cy="410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CCB4A65-8FE2-1BB3-3920-2EAC69DA1376}"/>
              </a:ext>
            </a:extLst>
          </p:cNvPr>
          <p:cNvCxnSpPr>
            <a:cxnSpLocks/>
          </p:cNvCxnSpPr>
          <p:nvPr/>
        </p:nvCxnSpPr>
        <p:spPr>
          <a:xfrm>
            <a:off x="10071774" y="4526657"/>
            <a:ext cx="40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6A2D2AE-A607-BD7B-FB91-59F1786180CC}"/>
              </a:ext>
            </a:extLst>
          </p:cNvPr>
          <p:cNvSpPr txBox="1"/>
          <p:nvPr/>
        </p:nvSpPr>
        <p:spPr>
          <a:xfrm>
            <a:off x="9927343" y="371105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B8CEA9-9E72-AF00-B085-76C48E018A6C}"/>
              </a:ext>
            </a:extLst>
          </p:cNvPr>
          <p:cNvSpPr txBox="1"/>
          <p:nvPr/>
        </p:nvSpPr>
        <p:spPr>
          <a:xfrm>
            <a:off x="10532320" y="432125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33132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6B4A4E-8B5F-2749-447B-6626EA464D8E}"/>
              </a:ext>
            </a:extLst>
          </p:cNvPr>
          <p:cNvCxnSpPr>
            <a:cxnSpLocks/>
          </p:cNvCxnSpPr>
          <p:nvPr/>
        </p:nvCxnSpPr>
        <p:spPr>
          <a:xfrm>
            <a:off x="3063240" y="1764030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6CD18A-EE55-2CF7-DDD6-43C8094E38F6}"/>
              </a:ext>
            </a:extLst>
          </p:cNvPr>
          <p:cNvCxnSpPr>
            <a:cxnSpLocks/>
          </p:cNvCxnSpPr>
          <p:nvPr/>
        </p:nvCxnSpPr>
        <p:spPr>
          <a:xfrm>
            <a:off x="8976360" y="1750314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Arrow: Down 5">
            <a:extLst>
              <a:ext uri="{FF2B5EF4-FFF2-40B4-BE49-F238E27FC236}">
                <a16:creationId xmlns:a16="http://schemas.microsoft.com/office/drawing/2014/main" id="{79D1DAFC-8D66-4B10-48F4-98E1B63F1982}"/>
              </a:ext>
            </a:extLst>
          </p:cNvPr>
          <p:cNvSpPr/>
          <p:nvPr/>
        </p:nvSpPr>
        <p:spPr>
          <a:xfrm rot="10800000">
            <a:off x="2887212" y="3206950"/>
            <a:ext cx="370334" cy="12893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31E743-87CB-49DD-2687-91CD2DD5E016}"/>
              </a:ext>
            </a:extLst>
          </p:cNvPr>
          <p:cNvCxnSpPr>
            <a:cxnSpLocks/>
          </p:cNvCxnSpPr>
          <p:nvPr/>
        </p:nvCxnSpPr>
        <p:spPr>
          <a:xfrm>
            <a:off x="6501384" y="2157222"/>
            <a:ext cx="0" cy="157505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5037C13-9B43-A3C9-EE20-F89F15D6D06C}"/>
              </a:ext>
            </a:extLst>
          </p:cNvPr>
          <p:cNvSpPr txBox="1"/>
          <p:nvPr/>
        </p:nvSpPr>
        <p:spPr>
          <a:xfrm>
            <a:off x="2595326" y="470280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882.9 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CCDD1E-7A20-79C2-FD56-0661897BD04B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3B65A43-1704-CE3B-E25A-0FCFE8A69B4D}"/>
              </a:ext>
            </a:extLst>
          </p:cNvPr>
          <p:cNvSpPr/>
          <p:nvPr/>
        </p:nvSpPr>
        <p:spPr>
          <a:xfrm>
            <a:off x="3063258" y="3043024"/>
            <a:ext cx="5913102" cy="1181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A9A060E-6390-FC76-12F5-5FA5890E4237}"/>
              </a:ext>
            </a:extLst>
          </p:cNvPr>
          <p:cNvSpPr/>
          <p:nvPr/>
        </p:nvSpPr>
        <p:spPr>
          <a:xfrm>
            <a:off x="6357366" y="1788748"/>
            <a:ext cx="288036" cy="12299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1BA716-416E-B9D2-45A4-6E9B25328C22}"/>
              </a:ext>
            </a:extLst>
          </p:cNvPr>
          <p:cNvCxnSpPr/>
          <p:nvPr/>
        </p:nvCxnSpPr>
        <p:spPr>
          <a:xfrm>
            <a:off x="6501384" y="3161129"/>
            <a:ext cx="2474976" cy="8713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DAC958-21CB-C07C-1A95-E15A5BCD8FD7}"/>
              </a:ext>
            </a:extLst>
          </p:cNvPr>
          <p:cNvCxnSpPr>
            <a:cxnSpLocks/>
          </p:cNvCxnSpPr>
          <p:nvPr/>
        </p:nvCxnSpPr>
        <p:spPr>
          <a:xfrm>
            <a:off x="8976360" y="3158869"/>
            <a:ext cx="0" cy="8947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84E9FD-ACFF-13CB-739A-6DC55CBD871E}"/>
              </a:ext>
            </a:extLst>
          </p:cNvPr>
          <p:cNvCxnSpPr>
            <a:cxnSpLocks/>
          </p:cNvCxnSpPr>
          <p:nvPr/>
        </p:nvCxnSpPr>
        <p:spPr>
          <a:xfrm>
            <a:off x="6509657" y="3158869"/>
            <a:ext cx="24667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93363F-302D-E251-E3F3-EA2FFC7C6C7F}"/>
              </a:ext>
            </a:extLst>
          </p:cNvPr>
          <p:cNvCxnSpPr/>
          <p:nvPr/>
        </p:nvCxnSpPr>
        <p:spPr>
          <a:xfrm flipV="1">
            <a:off x="7051766" y="3158869"/>
            <a:ext cx="0" cy="1982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D0C01CD-CED4-6039-7466-F5B2DF325FA8}"/>
              </a:ext>
            </a:extLst>
          </p:cNvPr>
          <p:cNvCxnSpPr/>
          <p:nvPr/>
        </p:nvCxnSpPr>
        <p:spPr>
          <a:xfrm flipV="1">
            <a:off x="7493726" y="3158869"/>
            <a:ext cx="0" cy="352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9EC05F-33C2-CE2E-3716-3D2DF76DF550}"/>
              </a:ext>
            </a:extLst>
          </p:cNvPr>
          <p:cNvCxnSpPr>
            <a:cxnSpLocks/>
          </p:cNvCxnSpPr>
          <p:nvPr/>
        </p:nvCxnSpPr>
        <p:spPr>
          <a:xfrm flipV="1">
            <a:off x="7959634" y="3158869"/>
            <a:ext cx="0" cy="5117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D21240-24F3-1C03-F5A3-F66D8B7DC566}"/>
              </a:ext>
            </a:extLst>
          </p:cNvPr>
          <p:cNvCxnSpPr/>
          <p:nvPr/>
        </p:nvCxnSpPr>
        <p:spPr>
          <a:xfrm flipV="1">
            <a:off x="8447314" y="3158869"/>
            <a:ext cx="0" cy="692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89F0CB-6C27-8B37-CF25-E8DC215D6919}"/>
              </a:ext>
            </a:extLst>
          </p:cNvPr>
          <p:cNvCxnSpPr/>
          <p:nvPr/>
        </p:nvCxnSpPr>
        <p:spPr>
          <a:xfrm flipV="1">
            <a:off x="8976360" y="3158869"/>
            <a:ext cx="0" cy="8255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7991C7-29A2-129C-4A74-C59779F7B380}"/>
              </a:ext>
            </a:extLst>
          </p:cNvPr>
          <p:cNvCxnSpPr/>
          <p:nvPr/>
        </p:nvCxnSpPr>
        <p:spPr>
          <a:xfrm flipV="1">
            <a:off x="6803756" y="3158869"/>
            <a:ext cx="0" cy="99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D00085-1E13-52E0-8D35-9DE2954ED4EF}"/>
              </a:ext>
            </a:extLst>
          </p:cNvPr>
          <p:cNvCxnSpPr/>
          <p:nvPr/>
        </p:nvCxnSpPr>
        <p:spPr>
          <a:xfrm flipV="1">
            <a:off x="7276455" y="3158869"/>
            <a:ext cx="0" cy="2701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312CFF-080B-6307-AF99-00AF37E8D8F0}"/>
              </a:ext>
            </a:extLst>
          </p:cNvPr>
          <p:cNvCxnSpPr/>
          <p:nvPr/>
        </p:nvCxnSpPr>
        <p:spPr>
          <a:xfrm flipV="1">
            <a:off x="7736341" y="3158869"/>
            <a:ext cx="0" cy="4379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43EE4F-8686-1B0C-DB3E-1E25601657BE}"/>
              </a:ext>
            </a:extLst>
          </p:cNvPr>
          <p:cNvCxnSpPr>
            <a:cxnSpLocks/>
          </p:cNvCxnSpPr>
          <p:nvPr/>
        </p:nvCxnSpPr>
        <p:spPr>
          <a:xfrm flipV="1">
            <a:off x="8206352" y="3158869"/>
            <a:ext cx="0" cy="6072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6B162F-CE5F-1754-2E08-7CA48578BE79}"/>
              </a:ext>
            </a:extLst>
          </p:cNvPr>
          <p:cNvCxnSpPr/>
          <p:nvPr/>
        </p:nvCxnSpPr>
        <p:spPr>
          <a:xfrm flipV="1">
            <a:off x="8729420" y="3158869"/>
            <a:ext cx="0" cy="777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23729E-162A-B233-EBCF-3A03E8C312A3}"/>
              </a:ext>
            </a:extLst>
          </p:cNvPr>
          <p:cNvSpPr txBox="1"/>
          <p:nvPr/>
        </p:nvSpPr>
        <p:spPr>
          <a:xfrm>
            <a:off x="2907349" y="1071874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B44A81-1F2C-9849-033D-320F2317C209}"/>
              </a:ext>
            </a:extLst>
          </p:cNvPr>
          <p:cNvSpPr txBox="1"/>
          <p:nvPr/>
        </p:nvSpPr>
        <p:spPr>
          <a:xfrm>
            <a:off x="6337878" y="110056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66F1F5-3298-68BE-BEDD-8ACA07ED3F33}"/>
              </a:ext>
            </a:extLst>
          </p:cNvPr>
          <p:cNvSpPr txBox="1"/>
          <p:nvPr/>
        </p:nvSpPr>
        <p:spPr>
          <a:xfrm>
            <a:off x="8815895" y="111797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DEBE7C-1419-22E8-6FE6-B020D5CC47D8}"/>
                  </a:ext>
                </a:extLst>
              </p:cNvPr>
              <p:cNvSpPr txBox="1"/>
              <p:nvPr/>
            </p:nvSpPr>
            <p:spPr>
              <a:xfrm>
                <a:off x="5957164" y="1386138"/>
                <a:ext cx="11288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2866.9 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DEBE7C-1419-22E8-6FE6-B020D5CC4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164" y="1386138"/>
                <a:ext cx="112883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Down 32">
            <a:extLst>
              <a:ext uri="{FF2B5EF4-FFF2-40B4-BE49-F238E27FC236}">
                <a16:creationId xmlns:a16="http://schemas.microsoft.com/office/drawing/2014/main" id="{7C75DEBB-A00A-3B91-C3F8-7B29006FD1D1}"/>
              </a:ext>
            </a:extLst>
          </p:cNvPr>
          <p:cNvSpPr/>
          <p:nvPr/>
        </p:nvSpPr>
        <p:spPr>
          <a:xfrm rot="10800000">
            <a:off x="8111512" y="3158868"/>
            <a:ext cx="197140" cy="122990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C03B60-9723-520E-7EB8-3342D5D562D6}"/>
              </a:ext>
            </a:extLst>
          </p:cNvPr>
          <p:cNvSpPr txBox="1"/>
          <p:nvPr/>
        </p:nvSpPr>
        <p:spPr>
          <a:xfrm>
            <a:off x="7351791" y="4474167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Q = 1984.044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28E580B-A8B4-0EED-9CF1-C91C550126BD}"/>
                  </a:ext>
                </a:extLst>
              </p:cNvPr>
              <p:cNvSpPr txBox="1"/>
              <p:nvPr/>
            </p:nvSpPr>
            <p:spPr>
              <a:xfrm>
                <a:off x="8976360" y="3879566"/>
                <a:ext cx="1563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99202.2 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28E580B-A8B4-0EED-9CF1-C91C55012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360" y="3879566"/>
                <a:ext cx="1563248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0757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B83276-483B-3406-CC2A-D1B229F95C32}"/>
              </a:ext>
            </a:extLst>
          </p:cNvPr>
          <p:cNvCxnSpPr>
            <a:cxnSpLocks/>
          </p:cNvCxnSpPr>
          <p:nvPr/>
        </p:nvCxnSpPr>
        <p:spPr>
          <a:xfrm>
            <a:off x="3063240" y="1764030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D7F7A5-140E-D6C7-505F-AC123D1AD401}"/>
              </a:ext>
            </a:extLst>
          </p:cNvPr>
          <p:cNvCxnSpPr>
            <a:cxnSpLocks/>
          </p:cNvCxnSpPr>
          <p:nvPr/>
        </p:nvCxnSpPr>
        <p:spPr>
          <a:xfrm>
            <a:off x="8976360" y="1750314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868DE-1486-8F19-D4E5-16D0966DFB83}"/>
              </a:ext>
            </a:extLst>
          </p:cNvPr>
          <p:cNvCxnSpPr>
            <a:cxnSpLocks/>
          </p:cNvCxnSpPr>
          <p:nvPr/>
        </p:nvCxnSpPr>
        <p:spPr>
          <a:xfrm>
            <a:off x="6501384" y="1865376"/>
            <a:ext cx="0" cy="186689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B608310-6AC7-688C-9059-D8F7C6FAE629}"/>
              </a:ext>
            </a:extLst>
          </p:cNvPr>
          <p:cNvSpPr txBox="1"/>
          <p:nvPr/>
        </p:nvSpPr>
        <p:spPr>
          <a:xfrm>
            <a:off x="1953242" y="16807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882.9 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A752C3-718B-7091-F0AC-6EBBB60E41D5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94F5467-2DCC-81CB-C9FE-10E8679E786D}"/>
              </a:ext>
            </a:extLst>
          </p:cNvPr>
          <p:cNvSpPr/>
          <p:nvPr/>
        </p:nvSpPr>
        <p:spPr>
          <a:xfrm>
            <a:off x="3063258" y="3043024"/>
            <a:ext cx="5913102" cy="1181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ADCB28-3C98-322F-D1AA-3F3C6C2C8F4F}"/>
              </a:ext>
            </a:extLst>
          </p:cNvPr>
          <p:cNvSpPr txBox="1"/>
          <p:nvPr/>
        </p:nvSpPr>
        <p:spPr>
          <a:xfrm>
            <a:off x="2907349" y="1071874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F3BF59-D8F2-A7BE-8BE9-347A64F06A80}"/>
              </a:ext>
            </a:extLst>
          </p:cNvPr>
          <p:cNvSpPr txBox="1"/>
          <p:nvPr/>
        </p:nvSpPr>
        <p:spPr>
          <a:xfrm>
            <a:off x="6337878" y="110056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1A6FEA-7F69-E1F3-01CE-432EF5BA618E}"/>
              </a:ext>
            </a:extLst>
          </p:cNvPr>
          <p:cNvSpPr txBox="1"/>
          <p:nvPr/>
        </p:nvSpPr>
        <p:spPr>
          <a:xfrm>
            <a:off x="8815895" y="111797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2BE8BC-A51E-AFB4-1E60-F7DBA8FDB33D}"/>
              </a:ext>
            </a:extLst>
          </p:cNvPr>
          <p:cNvSpPr txBox="1"/>
          <p:nvPr/>
        </p:nvSpPr>
        <p:spPr>
          <a:xfrm>
            <a:off x="4782298" y="41826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1984.044 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B0B95A-A94B-98B6-5A3C-D16C80EADA4D}"/>
              </a:ext>
            </a:extLst>
          </p:cNvPr>
          <p:cNvSpPr/>
          <p:nvPr/>
        </p:nvSpPr>
        <p:spPr>
          <a:xfrm>
            <a:off x="3063240" y="2530931"/>
            <a:ext cx="3438116" cy="571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0128D5-0C1E-F664-419B-900CA6958845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2560320" y="2057400"/>
            <a:ext cx="502920" cy="7591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396014F-6381-2434-1193-0E84A378236F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6501356" y="2816503"/>
            <a:ext cx="0" cy="1539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F5B662-FB12-3E27-0B57-CA64DE6CC745}"/>
              </a:ext>
            </a:extLst>
          </p:cNvPr>
          <p:cNvCxnSpPr/>
          <p:nvPr/>
        </p:nvCxnSpPr>
        <p:spPr>
          <a:xfrm flipH="1">
            <a:off x="5957164" y="3586428"/>
            <a:ext cx="542778" cy="5923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85FD95D-0B46-9909-086B-44DDE1F48A29}"/>
              </a:ext>
            </a:extLst>
          </p:cNvPr>
          <p:cNvSpPr txBox="1"/>
          <p:nvPr/>
        </p:nvSpPr>
        <p:spPr>
          <a:xfrm>
            <a:off x="1189703" y="2572028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9E3CD1-9F7A-479C-1940-A484C0DB09A3}"/>
              </a:ext>
            </a:extLst>
          </p:cNvPr>
          <p:cNvSpPr txBox="1"/>
          <p:nvPr/>
        </p:nvSpPr>
        <p:spPr>
          <a:xfrm>
            <a:off x="4502767" y="258995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4FE3563-FA08-5FE3-72B6-25C654021BDD}"/>
              </a:ext>
            </a:extLst>
          </p:cNvPr>
          <p:cNvSpPr txBox="1"/>
          <p:nvPr/>
        </p:nvSpPr>
        <p:spPr>
          <a:xfrm>
            <a:off x="6760722" y="32411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- )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FDA5B92B-3839-3B3B-1E6A-2BBFD40CCDDF}"/>
              </a:ext>
            </a:extLst>
          </p:cNvPr>
          <p:cNvSpPr/>
          <p:nvPr/>
        </p:nvSpPr>
        <p:spPr>
          <a:xfrm>
            <a:off x="6510528" y="3099816"/>
            <a:ext cx="2478024" cy="1234440"/>
          </a:xfrm>
          <a:custGeom>
            <a:avLst/>
            <a:gdLst>
              <a:gd name="csX0" fmla="*/ 0 w 2478024"/>
              <a:gd name="csY0" fmla="*/ 1234440 h 1234440"/>
              <a:gd name="csX1" fmla="*/ 502920 w 2478024"/>
              <a:gd name="csY1" fmla="*/ 740664 h 1234440"/>
              <a:gd name="csX2" fmla="*/ 1234440 w 2478024"/>
              <a:gd name="csY2" fmla="*/ 274320 h 1234440"/>
              <a:gd name="csX3" fmla="*/ 2478024 w 2478024"/>
              <a:gd name="csY3" fmla="*/ 0 h 1234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78024" h="1234440">
                <a:moveTo>
                  <a:pt x="0" y="1234440"/>
                </a:moveTo>
                <a:cubicBezTo>
                  <a:pt x="148590" y="1067562"/>
                  <a:pt x="297180" y="900684"/>
                  <a:pt x="502920" y="740664"/>
                </a:cubicBezTo>
                <a:cubicBezTo>
                  <a:pt x="708660" y="580644"/>
                  <a:pt x="905256" y="397764"/>
                  <a:pt x="1234440" y="274320"/>
                </a:cubicBezTo>
                <a:cubicBezTo>
                  <a:pt x="1563624" y="150876"/>
                  <a:pt x="2232660" y="48768"/>
                  <a:pt x="2478024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0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BFB404-F9C1-2639-E529-672D0D83D6B8}"/>
              </a:ext>
            </a:extLst>
          </p:cNvPr>
          <p:cNvCxnSpPr>
            <a:cxnSpLocks/>
          </p:cNvCxnSpPr>
          <p:nvPr/>
        </p:nvCxnSpPr>
        <p:spPr>
          <a:xfrm>
            <a:off x="3063240" y="1764030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AF6880-1F03-78D9-86EA-5D46EEC41A8E}"/>
              </a:ext>
            </a:extLst>
          </p:cNvPr>
          <p:cNvCxnSpPr>
            <a:cxnSpLocks/>
          </p:cNvCxnSpPr>
          <p:nvPr/>
        </p:nvCxnSpPr>
        <p:spPr>
          <a:xfrm>
            <a:off x="8976360" y="1750314"/>
            <a:ext cx="0" cy="26060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C9E87C-62A9-CF68-2B74-B598AA769238}"/>
              </a:ext>
            </a:extLst>
          </p:cNvPr>
          <p:cNvCxnSpPr>
            <a:cxnSpLocks/>
          </p:cNvCxnSpPr>
          <p:nvPr/>
        </p:nvCxnSpPr>
        <p:spPr>
          <a:xfrm>
            <a:off x="6501384" y="1865376"/>
            <a:ext cx="0" cy="186689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7F8E7F-AED4-079D-497B-1317B9E473E7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0DD3EA0-0437-8517-668B-A2090F06BA1C}"/>
              </a:ext>
            </a:extLst>
          </p:cNvPr>
          <p:cNvSpPr/>
          <p:nvPr/>
        </p:nvSpPr>
        <p:spPr>
          <a:xfrm>
            <a:off x="3063258" y="3043024"/>
            <a:ext cx="5913102" cy="1181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8AEABD-FD17-AAAD-F282-0183CBD0EBB5}"/>
              </a:ext>
            </a:extLst>
          </p:cNvPr>
          <p:cNvSpPr txBox="1"/>
          <p:nvPr/>
        </p:nvSpPr>
        <p:spPr>
          <a:xfrm>
            <a:off x="2907349" y="1071874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FBA1B9-C417-E247-DF63-993C6C0DEA6C}"/>
              </a:ext>
            </a:extLst>
          </p:cNvPr>
          <p:cNvSpPr txBox="1"/>
          <p:nvPr/>
        </p:nvSpPr>
        <p:spPr>
          <a:xfrm>
            <a:off x="6337878" y="110056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63B5D9-0666-42A0-D936-D2BA31F7F81F}"/>
              </a:ext>
            </a:extLst>
          </p:cNvPr>
          <p:cNvSpPr txBox="1"/>
          <p:nvPr/>
        </p:nvSpPr>
        <p:spPr>
          <a:xfrm>
            <a:off x="8815895" y="111797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1E3766-562F-42DB-2406-0F74AB6DDF5B}"/>
              </a:ext>
            </a:extLst>
          </p:cNvPr>
          <p:cNvSpPr txBox="1"/>
          <p:nvPr/>
        </p:nvSpPr>
        <p:spPr>
          <a:xfrm>
            <a:off x="5107722" y="2332341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52.974 N.m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E54DA7-E14F-976C-BC67-9D141A185452}"/>
              </a:ext>
            </a:extLst>
          </p:cNvPr>
          <p:cNvCxnSpPr>
            <a:cxnSpLocks/>
          </p:cNvCxnSpPr>
          <p:nvPr/>
        </p:nvCxnSpPr>
        <p:spPr>
          <a:xfrm>
            <a:off x="6501356" y="2816503"/>
            <a:ext cx="0" cy="1539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82A423-765D-C3F2-F050-AB0B2D92BBD6}"/>
              </a:ext>
            </a:extLst>
          </p:cNvPr>
          <p:cNvCxnSpPr>
            <a:cxnSpLocks/>
          </p:cNvCxnSpPr>
          <p:nvPr/>
        </p:nvCxnSpPr>
        <p:spPr>
          <a:xfrm flipH="1" flipV="1">
            <a:off x="6019809" y="2701673"/>
            <a:ext cx="480133" cy="884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0964BF3-ED19-D2DD-D716-C63AB03F29E8}"/>
              </a:ext>
            </a:extLst>
          </p:cNvPr>
          <p:cNvSpPr txBox="1"/>
          <p:nvPr/>
        </p:nvSpPr>
        <p:spPr>
          <a:xfrm>
            <a:off x="1189703" y="2572028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Mz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446FF4-DFF8-8ADB-85CF-4C0D384C8BF6}"/>
              </a:ext>
            </a:extLst>
          </p:cNvPr>
          <p:cNvSpPr txBox="1"/>
          <p:nvPr/>
        </p:nvSpPr>
        <p:spPr>
          <a:xfrm>
            <a:off x="4502767" y="258995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618A9C-D757-91F3-EE08-C7D4197FDA2E}"/>
              </a:ext>
            </a:extLst>
          </p:cNvPr>
          <p:cNvSpPr txBox="1"/>
          <p:nvPr/>
        </p:nvSpPr>
        <p:spPr>
          <a:xfrm>
            <a:off x="5282828" y="327854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 + 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8AD0FD-5680-289B-7D8E-2B8DE4E1F2FA}"/>
              </a:ext>
            </a:extLst>
          </p:cNvPr>
          <p:cNvCxnSpPr>
            <a:stCxn id="9" idx="1"/>
          </p:cNvCxnSpPr>
          <p:nvPr/>
        </p:nvCxnSpPr>
        <p:spPr>
          <a:xfrm>
            <a:off x="3063258" y="3102077"/>
            <a:ext cx="3436684" cy="1236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776AC1E-5098-5EF2-B148-E13D5AEF4E84}"/>
              </a:ext>
            </a:extLst>
          </p:cNvPr>
          <p:cNvSpPr/>
          <p:nvPr/>
        </p:nvSpPr>
        <p:spPr>
          <a:xfrm>
            <a:off x="6483096" y="3118104"/>
            <a:ext cx="2487168" cy="1207008"/>
          </a:xfrm>
          <a:custGeom>
            <a:avLst/>
            <a:gdLst>
              <a:gd name="csX0" fmla="*/ 0 w 2487168"/>
              <a:gd name="csY0" fmla="*/ 1207008 h 1207008"/>
              <a:gd name="csX1" fmla="*/ 530352 w 2487168"/>
              <a:gd name="csY1" fmla="*/ 722376 h 1207008"/>
              <a:gd name="csX2" fmla="*/ 950976 w 2487168"/>
              <a:gd name="csY2" fmla="*/ 429768 h 1207008"/>
              <a:gd name="csX3" fmla="*/ 1655064 w 2487168"/>
              <a:gd name="csY3" fmla="*/ 192024 h 1207008"/>
              <a:gd name="csX4" fmla="*/ 2487168 w 2487168"/>
              <a:gd name="csY4" fmla="*/ 0 h 1207008"/>
              <a:gd name="csX5" fmla="*/ 2487168 w 2487168"/>
              <a:gd name="csY5" fmla="*/ 0 h 1207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87168" h="1207008">
                <a:moveTo>
                  <a:pt x="0" y="1207008"/>
                </a:moveTo>
                <a:cubicBezTo>
                  <a:pt x="185928" y="1029462"/>
                  <a:pt x="371856" y="851916"/>
                  <a:pt x="530352" y="722376"/>
                </a:cubicBezTo>
                <a:cubicBezTo>
                  <a:pt x="688848" y="592836"/>
                  <a:pt x="763524" y="518160"/>
                  <a:pt x="950976" y="429768"/>
                </a:cubicBezTo>
                <a:cubicBezTo>
                  <a:pt x="1138428" y="341376"/>
                  <a:pt x="1399032" y="263652"/>
                  <a:pt x="1655064" y="192024"/>
                </a:cubicBezTo>
                <a:cubicBezTo>
                  <a:pt x="1911096" y="120396"/>
                  <a:pt x="2487168" y="0"/>
                  <a:pt x="2487168" y="0"/>
                </a:cubicBezTo>
                <a:lnTo>
                  <a:pt x="2487168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16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D2D03CA-878E-FE99-BC82-AD6F873C8E4D}"/>
              </a:ext>
            </a:extLst>
          </p:cNvPr>
          <p:cNvCxnSpPr/>
          <p:nvPr/>
        </p:nvCxnSpPr>
        <p:spPr>
          <a:xfrm>
            <a:off x="1189703" y="3102077"/>
            <a:ext cx="979292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BE5C2CC-037A-4B46-F4EE-D92E8B70EE2C}"/>
              </a:ext>
            </a:extLst>
          </p:cNvPr>
          <p:cNvSpPr/>
          <p:nvPr/>
        </p:nvSpPr>
        <p:spPr>
          <a:xfrm>
            <a:off x="4370832" y="961251"/>
            <a:ext cx="3090672" cy="42816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F0A277-0BE7-A50F-D289-33C6FE38F827}"/>
              </a:ext>
            </a:extLst>
          </p:cNvPr>
          <p:cNvSpPr/>
          <p:nvPr/>
        </p:nvSpPr>
        <p:spPr>
          <a:xfrm>
            <a:off x="4828032" y="1615098"/>
            <a:ext cx="502919" cy="50291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D246B3-ABBE-7E40-1E27-F16D9717BE1B}"/>
              </a:ext>
            </a:extLst>
          </p:cNvPr>
          <p:cNvSpPr/>
          <p:nvPr/>
        </p:nvSpPr>
        <p:spPr>
          <a:xfrm>
            <a:off x="6507480" y="1615097"/>
            <a:ext cx="502919" cy="50291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2ECBC9-B19F-1680-19D6-77700715CFF6}"/>
              </a:ext>
            </a:extLst>
          </p:cNvPr>
          <p:cNvSpPr/>
          <p:nvPr/>
        </p:nvSpPr>
        <p:spPr>
          <a:xfrm>
            <a:off x="4828032" y="4086139"/>
            <a:ext cx="502919" cy="50291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08D5D0-4B4A-0951-4441-A24D7F4470F8}"/>
              </a:ext>
            </a:extLst>
          </p:cNvPr>
          <p:cNvSpPr/>
          <p:nvPr/>
        </p:nvSpPr>
        <p:spPr>
          <a:xfrm>
            <a:off x="6507480" y="4086138"/>
            <a:ext cx="502919" cy="50291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0C2A62-C970-AA68-2892-70C433D11EE9}"/>
              </a:ext>
            </a:extLst>
          </p:cNvPr>
          <p:cNvCxnSpPr/>
          <p:nvPr/>
        </p:nvCxnSpPr>
        <p:spPr>
          <a:xfrm>
            <a:off x="5084064" y="441173"/>
            <a:ext cx="0" cy="532180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298F9F-C9A5-8C0D-3110-91DDE3EEC2E6}"/>
              </a:ext>
            </a:extLst>
          </p:cNvPr>
          <p:cNvCxnSpPr/>
          <p:nvPr/>
        </p:nvCxnSpPr>
        <p:spPr>
          <a:xfrm>
            <a:off x="6763512" y="441173"/>
            <a:ext cx="0" cy="532180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8C4158-0DE3-C3BB-120F-AB15ACE57099}"/>
              </a:ext>
            </a:extLst>
          </p:cNvPr>
          <p:cNvCxnSpPr/>
          <p:nvPr/>
        </p:nvCxnSpPr>
        <p:spPr>
          <a:xfrm>
            <a:off x="3557016" y="1874520"/>
            <a:ext cx="479145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86165A-34CA-970F-12AE-A95029148B7B}"/>
              </a:ext>
            </a:extLst>
          </p:cNvPr>
          <p:cNvCxnSpPr/>
          <p:nvPr/>
        </p:nvCxnSpPr>
        <p:spPr>
          <a:xfrm>
            <a:off x="3557016" y="4349496"/>
            <a:ext cx="479145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A9D583D-AFC0-1688-F715-3F44E04412CE}"/>
              </a:ext>
            </a:extLst>
          </p:cNvPr>
          <p:cNvCxnSpPr>
            <a:cxnSpLocks/>
          </p:cNvCxnSpPr>
          <p:nvPr/>
        </p:nvCxnSpPr>
        <p:spPr>
          <a:xfrm>
            <a:off x="4370832" y="441173"/>
            <a:ext cx="0" cy="595048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666894-05E8-D03B-52AE-1DCF5324CDF9}"/>
              </a:ext>
            </a:extLst>
          </p:cNvPr>
          <p:cNvCxnSpPr>
            <a:cxnSpLocks/>
          </p:cNvCxnSpPr>
          <p:nvPr/>
        </p:nvCxnSpPr>
        <p:spPr>
          <a:xfrm>
            <a:off x="7461504" y="1025259"/>
            <a:ext cx="0" cy="543040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7DE2695-7F54-4670-1BAF-2763C36ABFDA}"/>
              </a:ext>
            </a:extLst>
          </p:cNvPr>
          <p:cNvCxnSpPr>
            <a:cxnSpLocks/>
          </p:cNvCxnSpPr>
          <p:nvPr/>
        </p:nvCxnSpPr>
        <p:spPr>
          <a:xfrm flipH="1">
            <a:off x="2164080" y="961251"/>
            <a:ext cx="37155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76D55D-68A2-A408-2693-905A9C0B5753}"/>
              </a:ext>
            </a:extLst>
          </p:cNvPr>
          <p:cNvCxnSpPr>
            <a:cxnSpLocks/>
          </p:cNvCxnSpPr>
          <p:nvPr/>
        </p:nvCxnSpPr>
        <p:spPr>
          <a:xfrm flipH="1">
            <a:off x="2164080" y="5242902"/>
            <a:ext cx="371551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D7214F-AF63-E590-BB40-BE1D126A4083}"/>
              </a:ext>
            </a:extLst>
          </p:cNvPr>
          <p:cNvCxnSpPr/>
          <p:nvPr/>
        </p:nvCxnSpPr>
        <p:spPr>
          <a:xfrm>
            <a:off x="2752344" y="1025259"/>
            <a:ext cx="0" cy="41502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B53026-C059-4531-8F76-4D340F0A7499}"/>
              </a:ext>
            </a:extLst>
          </p:cNvPr>
          <p:cNvCxnSpPr/>
          <p:nvPr/>
        </p:nvCxnSpPr>
        <p:spPr>
          <a:xfrm>
            <a:off x="4370832" y="6208776"/>
            <a:ext cx="30906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491F48F-9672-67FF-9202-08F89A8BE93F}"/>
              </a:ext>
            </a:extLst>
          </p:cNvPr>
          <p:cNvSpPr txBox="1"/>
          <p:nvPr/>
        </p:nvSpPr>
        <p:spPr>
          <a:xfrm>
            <a:off x="5498530" y="620699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40 mm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0C3B31-5B0D-4F38-A10C-FDFF4E45BFEE}"/>
              </a:ext>
            </a:extLst>
          </p:cNvPr>
          <p:cNvSpPr txBox="1"/>
          <p:nvPr/>
        </p:nvSpPr>
        <p:spPr>
          <a:xfrm rot="16200000">
            <a:off x="1920068" y="242538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60 mm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AFE5E90-D748-85CD-68D0-D7C8441C8CB9}"/>
              </a:ext>
            </a:extLst>
          </p:cNvPr>
          <p:cNvSpPr/>
          <p:nvPr/>
        </p:nvSpPr>
        <p:spPr>
          <a:xfrm>
            <a:off x="6126023" y="2914935"/>
            <a:ext cx="370891" cy="3708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6322D0B-DB77-2CC4-B19A-F1C4895F460A}"/>
              </a:ext>
            </a:extLst>
          </p:cNvPr>
          <p:cNvSpPr/>
          <p:nvPr/>
        </p:nvSpPr>
        <p:spPr>
          <a:xfrm>
            <a:off x="6241583" y="3030495"/>
            <a:ext cx="139770" cy="1397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F32C20-D0DE-ADB2-E5FF-C7E52FB25804}"/>
                  </a:ext>
                </a:extLst>
              </p:cNvPr>
              <p:cNvSpPr txBox="1"/>
              <p:nvPr/>
            </p:nvSpPr>
            <p:spPr>
              <a:xfrm>
                <a:off x="5934708" y="2510143"/>
                <a:ext cx="393377" cy="404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F32C20-D0DE-ADB2-E5FF-C7E52FB25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708" y="2510143"/>
                <a:ext cx="393377" cy="404791"/>
              </a:xfrm>
              <a:prstGeom prst="rect">
                <a:avLst/>
              </a:prstGeom>
              <a:blipFill>
                <a:blip r:embed="rId2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CFA606-11E2-B7B7-A494-D133CC694346}"/>
              </a:ext>
            </a:extLst>
          </p:cNvPr>
          <p:cNvCxnSpPr>
            <a:cxnSpLocks/>
            <a:stCxn id="30" idx="0"/>
          </p:cNvCxnSpPr>
          <p:nvPr/>
        </p:nvCxnSpPr>
        <p:spPr>
          <a:xfrm>
            <a:off x="6311468" y="3030495"/>
            <a:ext cx="0" cy="299540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A3B4D7F-3DB3-86D4-CC7A-383C27FF8576}"/>
              </a:ext>
            </a:extLst>
          </p:cNvPr>
          <p:cNvCxnSpPr>
            <a:cxnSpLocks/>
          </p:cNvCxnSpPr>
          <p:nvPr/>
        </p:nvCxnSpPr>
        <p:spPr>
          <a:xfrm>
            <a:off x="4370832" y="5967985"/>
            <a:ext cx="19406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DA1B6-2C4D-5C2F-BF63-017E500B722A}"/>
              </a:ext>
            </a:extLst>
          </p:cNvPr>
          <p:cNvSpPr txBox="1"/>
          <p:nvPr/>
        </p:nvSpPr>
        <p:spPr>
          <a:xfrm>
            <a:off x="5138785" y="559865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26.66 mm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1A65758-7F66-ABF9-4B1F-FB2CFE0436B0}"/>
              </a:ext>
            </a:extLst>
          </p:cNvPr>
          <p:cNvCxnSpPr/>
          <p:nvPr/>
        </p:nvCxnSpPr>
        <p:spPr>
          <a:xfrm>
            <a:off x="4370832" y="630936"/>
            <a:ext cx="7086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5240F46-088B-052E-9FA3-F96CBF66B8E6}"/>
              </a:ext>
            </a:extLst>
          </p:cNvPr>
          <p:cNvSpPr txBox="1"/>
          <p:nvPr/>
        </p:nvSpPr>
        <p:spPr>
          <a:xfrm>
            <a:off x="4370832" y="20548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8 mm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3D84BA1-3057-FAE5-F42E-5093EFAEF533}"/>
              </a:ext>
            </a:extLst>
          </p:cNvPr>
          <p:cNvCxnSpPr/>
          <p:nvPr/>
        </p:nvCxnSpPr>
        <p:spPr>
          <a:xfrm>
            <a:off x="3776472" y="1025259"/>
            <a:ext cx="0" cy="7761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145D9C5-CCA9-D32B-99D1-4AB5184E76C9}"/>
              </a:ext>
            </a:extLst>
          </p:cNvPr>
          <p:cNvSpPr txBox="1"/>
          <p:nvPr/>
        </p:nvSpPr>
        <p:spPr>
          <a:xfrm rot="16200000">
            <a:off x="3139128" y="122130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 mm</a:t>
            </a:r>
          </a:p>
        </p:txBody>
      </p:sp>
    </p:spTree>
    <p:extLst>
      <p:ext uri="{BB962C8B-B14F-4D97-AF65-F5344CB8AC3E}">
        <p14:creationId xmlns:p14="http://schemas.microsoft.com/office/powerpoint/2010/main" val="3014004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DBE2D4A-BA9F-C2F0-58A7-9B8F4DAED32E}"/>
              </a:ext>
            </a:extLst>
          </p:cNvPr>
          <p:cNvSpPr txBox="1"/>
          <p:nvPr/>
        </p:nvSpPr>
        <p:spPr>
          <a:xfrm>
            <a:off x="5081016" y="2386584"/>
            <a:ext cx="1392936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Hệ xe người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21CADF-131B-8795-84A8-E610CE891B79}"/>
              </a:ext>
            </a:extLst>
          </p:cNvPr>
          <p:cNvSpPr txBox="1"/>
          <p:nvPr/>
        </p:nvSpPr>
        <p:spPr>
          <a:xfrm>
            <a:off x="7616952" y="2386584"/>
            <a:ext cx="1472184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Kalman filter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ACF91B-8434-C5E5-B7B2-5B8F5CBA960B}"/>
              </a:ext>
            </a:extLst>
          </p:cNvPr>
          <p:cNvSpPr txBox="1"/>
          <p:nvPr/>
        </p:nvSpPr>
        <p:spPr>
          <a:xfrm>
            <a:off x="6394706" y="3594253"/>
            <a:ext cx="1335024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LQR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6F978-9C8A-69EC-1A3D-EAD134BE9F0C}"/>
              </a:ext>
            </a:extLst>
          </p:cNvPr>
          <p:cNvSpPr txBox="1"/>
          <p:nvPr/>
        </p:nvSpPr>
        <p:spPr>
          <a:xfrm>
            <a:off x="4387597" y="3455753"/>
            <a:ext cx="1216152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Online Tuning PI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D36ACA-DA6E-1AAF-7339-91316801CBF4}"/>
              </a:ext>
            </a:extLst>
          </p:cNvPr>
          <p:cNvSpPr txBox="1"/>
          <p:nvPr/>
        </p:nvSpPr>
        <p:spPr>
          <a:xfrm>
            <a:off x="3117723" y="1376502"/>
            <a:ext cx="2082546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Tín hiệu di chuyển từ người dùng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D2DDF83-03C8-7E35-51D2-8F9B930ACB96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6473952" y="2571250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0BCB81A-10C0-6791-840C-149025A72CBA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8353044" y="2755916"/>
            <a:ext cx="0" cy="10230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862A0DB-9FE6-613B-CAD1-1D8154D9D18F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7729730" y="3778919"/>
            <a:ext cx="6233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21AC82-C338-4854-263E-C9920FEF6134}"/>
              </a:ext>
            </a:extLst>
          </p:cNvPr>
          <p:cNvCxnSpPr>
            <a:stCxn id="15" idx="1"/>
            <a:endCxn id="16" idx="3"/>
          </p:cNvCxnSpPr>
          <p:nvPr/>
        </p:nvCxnSpPr>
        <p:spPr>
          <a:xfrm flipH="1">
            <a:off x="5603749" y="3778919"/>
            <a:ext cx="79095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7D56F52-8857-EB6F-92BD-6F270D4640E5}"/>
              </a:ext>
            </a:extLst>
          </p:cNvPr>
          <p:cNvCxnSpPr>
            <a:cxnSpLocks/>
          </p:cNvCxnSpPr>
          <p:nvPr/>
        </p:nvCxnSpPr>
        <p:spPr>
          <a:xfrm flipV="1">
            <a:off x="3733801" y="2680978"/>
            <a:ext cx="0" cy="11070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DE24E5-B577-3437-24D3-77B649A575B1}"/>
              </a:ext>
            </a:extLst>
          </p:cNvPr>
          <p:cNvCxnSpPr>
            <a:cxnSpLocks/>
          </p:cNvCxnSpPr>
          <p:nvPr/>
        </p:nvCxnSpPr>
        <p:spPr>
          <a:xfrm>
            <a:off x="3733801" y="2671834"/>
            <a:ext cx="1347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422001-9B89-F786-C9B4-3E961987A5FA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4158996" y="2022833"/>
            <a:ext cx="0" cy="4661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82A8D00-F013-02C9-5387-63D49AABC506}"/>
              </a:ext>
            </a:extLst>
          </p:cNvPr>
          <p:cNvCxnSpPr>
            <a:cxnSpLocks/>
          </p:cNvCxnSpPr>
          <p:nvPr/>
        </p:nvCxnSpPr>
        <p:spPr>
          <a:xfrm>
            <a:off x="4158996" y="2488954"/>
            <a:ext cx="9220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08A809-5DEE-63C3-F6F4-F91385BE2083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733801" y="3778919"/>
            <a:ext cx="65379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AC61D1C9-8B3F-4B7C-5183-D990E0938679}"/>
              </a:ext>
            </a:extLst>
          </p:cNvPr>
          <p:cNvSpPr/>
          <p:nvPr/>
        </p:nvSpPr>
        <p:spPr>
          <a:xfrm>
            <a:off x="4158996" y="3127248"/>
            <a:ext cx="3805427" cy="132587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7F5E02-9D58-AB8C-6D8E-BC9AA9528004}"/>
              </a:ext>
            </a:extLst>
          </p:cNvPr>
          <p:cNvSpPr txBox="1"/>
          <p:nvPr/>
        </p:nvSpPr>
        <p:spPr>
          <a:xfrm>
            <a:off x="4995673" y="4513227"/>
            <a:ext cx="2359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Bộ điều khiển đa tầng</a:t>
            </a:r>
          </a:p>
        </p:txBody>
      </p:sp>
    </p:spTree>
    <p:extLst>
      <p:ext uri="{BB962C8B-B14F-4D97-AF65-F5344CB8AC3E}">
        <p14:creationId xmlns:p14="http://schemas.microsoft.com/office/powerpoint/2010/main" val="363190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2315</TotalTime>
  <Words>408</Words>
  <Application>Microsoft Office PowerPoint</Application>
  <PresentationFormat>Widescreen</PresentationFormat>
  <Paragraphs>225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Sang Lê</dc:creator>
  <cp:lastModifiedBy>Thanh Sang Lê</cp:lastModifiedBy>
  <cp:revision>25</cp:revision>
  <dcterms:created xsi:type="dcterms:W3CDTF">2026-04-28T10:41:20Z</dcterms:created>
  <dcterms:modified xsi:type="dcterms:W3CDTF">2026-06-23T15:00:33Z</dcterms:modified>
</cp:coreProperties>
</file>